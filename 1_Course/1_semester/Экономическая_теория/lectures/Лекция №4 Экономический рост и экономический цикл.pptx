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handoutMasterIdLst>
    <p:handoutMasterId r:id="rId23"/>
  </p:handoutMasterIdLst>
  <p:sldIdLst>
    <p:sldId id="256" r:id="rId5"/>
    <p:sldId id="279" r:id="rId6"/>
    <p:sldId id="281" r:id="rId7"/>
    <p:sldId id="274" r:id="rId8"/>
    <p:sldId id="282" r:id="rId9"/>
    <p:sldId id="283" r:id="rId10"/>
    <p:sldId id="289" r:id="rId11"/>
    <p:sldId id="290" r:id="rId12"/>
    <p:sldId id="306" r:id="rId13"/>
    <p:sldId id="307" r:id="rId14"/>
    <p:sldId id="313" r:id="rId15"/>
    <p:sldId id="315" r:id="rId16"/>
    <p:sldId id="308" r:id="rId17"/>
    <p:sldId id="311" r:id="rId18"/>
    <p:sldId id="312" r:id="rId19"/>
    <p:sldId id="309" r:id="rId20"/>
    <p:sldId id="310" r:id="rId21"/>
  </p:sldIdLst>
  <p:sldSz cx="12192000" cy="6858000"/>
  <p:notesSz cx="6858000" cy="9144000"/>
  <p:defaultTextStyle>
    <a:defPPr rtl="0">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4" autoAdjust="0"/>
    <p:restoredTop sz="95214" autoAdjust="0"/>
  </p:normalViewPr>
  <p:slideViewPr>
    <p:cSldViewPr snapToGrid="0">
      <p:cViewPr varScale="1">
        <p:scale>
          <a:sx n="114" d="100"/>
          <a:sy n="114" d="100"/>
        </p:scale>
        <p:origin x="300" y="11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3" d="100"/>
          <a:sy n="83" d="100"/>
        </p:scale>
        <p:origin x="391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0E8FF7CA-18C3-44C6-AB68-29906CDB30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a:p>
        </p:txBody>
      </p:sp>
      <p:sp>
        <p:nvSpPr>
          <p:cNvPr id="3" name="Дата 2">
            <a:extLst>
              <a:ext uri="{FF2B5EF4-FFF2-40B4-BE49-F238E27FC236}">
                <a16:creationId xmlns:a16="http://schemas.microsoft.com/office/drawing/2014/main" id="{6A16451A-2B01-421B-9719-DF8A39CEAC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0571E889-DBBB-4668-B25C-F7FDE61A1BC8}" type="datetime1">
              <a:rPr lang="ru-RU" smtClean="0"/>
              <a:t>25.10.2023</a:t>
            </a:fld>
            <a:endParaRPr lang="ru-RU"/>
          </a:p>
        </p:txBody>
      </p:sp>
      <p:sp>
        <p:nvSpPr>
          <p:cNvPr id="4" name="Нижний колонтитул 3">
            <a:extLst>
              <a:ext uri="{FF2B5EF4-FFF2-40B4-BE49-F238E27FC236}">
                <a16:creationId xmlns:a16="http://schemas.microsoft.com/office/drawing/2014/main" id="{E961ADEA-4231-4C48-AF2A-59069FB6FE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a:p>
        </p:txBody>
      </p:sp>
      <p:sp>
        <p:nvSpPr>
          <p:cNvPr id="5" name="Номер слайда 4">
            <a:extLst>
              <a:ext uri="{FF2B5EF4-FFF2-40B4-BE49-F238E27FC236}">
                <a16:creationId xmlns:a16="http://schemas.microsoft.com/office/drawing/2014/main" id="{6EECB3F2-E4FC-40EF-A579-2C9098EBF9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05492F3-D8BE-4272-9207-B0B69E9E85EE}" type="slidenum">
              <a:rPr lang="ru-RU" smtClean="0"/>
              <a:t>‹#›</a:t>
            </a:fld>
            <a:endParaRPr lang="ru-RU"/>
          </a:p>
        </p:txBody>
      </p:sp>
    </p:spTree>
    <p:extLst>
      <p:ext uri="{BB962C8B-B14F-4D97-AF65-F5344CB8AC3E}">
        <p14:creationId xmlns:p14="http://schemas.microsoft.com/office/powerpoint/2010/main" val="12658960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u-RU" noProof="0"/>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D822DF7F-C081-4D0C-83D2-8A74F72309D3}" type="datetime1">
              <a:rPr lang="ru-RU" noProof="0" smtClean="0"/>
              <a:t>25.10.2023</a:t>
            </a:fld>
            <a:endParaRPr lang="ru-RU" noProof="0"/>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u-RU" noProof="0"/>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u-RU" noProof="0"/>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FA0C27B-56B0-4373-94C9-A2BB145B1EAB}" type="slidenum">
              <a:rPr lang="ru-RU" noProof="0" smtClean="0"/>
              <a:t>‹#›</a:t>
            </a:fld>
            <a:endParaRPr lang="ru-RU" noProof="0"/>
          </a:p>
        </p:txBody>
      </p:sp>
    </p:spTree>
    <p:extLst>
      <p:ext uri="{BB962C8B-B14F-4D97-AF65-F5344CB8AC3E}">
        <p14:creationId xmlns:p14="http://schemas.microsoft.com/office/powerpoint/2010/main" val="162114242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CFA0C27B-56B0-4373-94C9-A2BB145B1EAB}" type="slidenum">
              <a:rPr lang="ru-RU" smtClean="0"/>
              <a:t>1</a:t>
            </a:fld>
            <a:endParaRPr lang="ru-RU"/>
          </a:p>
        </p:txBody>
      </p:sp>
    </p:spTree>
    <p:extLst>
      <p:ext uri="{BB962C8B-B14F-4D97-AF65-F5344CB8AC3E}">
        <p14:creationId xmlns:p14="http://schemas.microsoft.com/office/powerpoint/2010/main" val="3485386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D0E07AD8-B183-4E25-B2A7-CD3B44393105}" type="slidenum">
              <a:rPr lang="ru-RU" smtClean="0"/>
              <a:t>2</a:t>
            </a:fld>
            <a:endParaRPr lang="ru-RU"/>
          </a:p>
        </p:txBody>
      </p:sp>
    </p:spTree>
    <p:extLst>
      <p:ext uri="{BB962C8B-B14F-4D97-AF65-F5344CB8AC3E}">
        <p14:creationId xmlns:p14="http://schemas.microsoft.com/office/powerpoint/2010/main" val="1892989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pPr rtl="0"/>
            <a:fld id="{CFA0C27B-56B0-4373-94C9-A2BB145B1EAB}" type="slidenum">
              <a:rPr lang="ru-RU" smtClean="0"/>
              <a:t>3</a:t>
            </a:fld>
            <a:endParaRPr lang="ru-RU"/>
          </a:p>
        </p:txBody>
      </p:sp>
    </p:spTree>
    <p:extLst>
      <p:ext uri="{BB962C8B-B14F-4D97-AF65-F5344CB8AC3E}">
        <p14:creationId xmlns:p14="http://schemas.microsoft.com/office/powerpoint/2010/main" val="2832589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D0E07AD8-B183-4E25-B2A7-CD3B44393105}" type="slidenum">
              <a:rPr lang="ru-RU" smtClean="0"/>
              <a:t>4</a:t>
            </a:fld>
            <a:endParaRPr lang="ru-RU"/>
          </a:p>
        </p:txBody>
      </p:sp>
    </p:spTree>
    <p:extLst>
      <p:ext uri="{BB962C8B-B14F-4D97-AF65-F5344CB8AC3E}">
        <p14:creationId xmlns:p14="http://schemas.microsoft.com/office/powerpoint/2010/main" val="1451931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D0E07AD8-B183-4E25-B2A7-CD3B44393105}" type="slidenum">
              <a:rPr lang="ru-RU" smtClean="0"/>
              <a:t>5</a:t>
            </a:fld>
            <a:endParaRPr lang="ru-RU"/>
          </a:p>
        </p:txBody>
      </p:sp>
    </p:spTree>
    <p:extLst>
      <p:ext uri="{BB962C8B-B14F-4D97-AF65-F5344CB8AC3E}">
        <p14:creationId xmlns:p14="http://schemas.microsoft.com/office/powerpoint/2010/main" val="16339703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a:p>
        </p:txBody>
      </p:sp>
      <p:sp>
        <p:nvSpPr>
          <p:cNvPr id="4" name="Номер слайда 3"/>
          <p:cNvSpPr>
            <a:spLocks noGrp="1"/>
          </p:cNvSpPr>
          <p:nvPr>
            <p:ph type="sldNum" sz="quarter" idx="5"/>
          </p:nvPr>
        </p:nvSpPr>
        <p:spPr/>
        <p:txBody>
          <a:bodyPr/>
          <a:lstStyle/>
          <a:p>
            <a:pPr rtl="0"/>
            <a:fld id="{CFA0C27B-56B0-4373-94C9-A2BB145B1EAB}" type="slidenum">
              <a:rPr lang="ru-RU" smtClean="0"/>
              <a:t>6</a:t>
            </a:fld>
            <a:endParaRPr lang="ru-RU"/>
          </a:p>
        </p:txBody>
      </p:sp>
    </p:spTree>
    <p:extLst>
      <p:ext uri="{BB962C8B-B14F-4D97-AF65-F5344CB8AC3E}">
        <p14:creationId xmlns:p14="http://schemas.microsoft.com/office/powerpoint/2010/main" val="304563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rtlCol="0"/>
          <a:lstStyle/>
          <a:p>
            <a:pPr rtl="0"/>
            <a:endParaRPr lang="ru-RU"/>
          </a:p>
        </p:txBody>
      </p:sp>
      <p:sp>
        <p:nvSpPr>
          <p:cNvPr id="4" name="Номер слайда 3"/>
          <p:cNvSpPr>
            <a:spLocks noGrp="1"/>
          </p:cNvSpPr>
          <p:nvPr>
            <p:ph type="sldNum" sz="quarter" idx="5"/>
          </p:nvPr>
        </p:nvSpPr>
        <p:spPr/>
        <p:txBody>
          <a:bodyPr rtlCol="0"/>
          <a:lstStyle/>
          <a:p>
            <a:pPr rtl="0"/>
            <a:fld id="{D0E07AD8-B183-4E25-B2A7-CD3B44393105}" type="slidenum">
              <a:rPr lang="ru-RU" smtClean="0"/>
              <a:t>7</a:t>
            </a:fld>
            <a:endParaRPr lang="ru-RU"/>
          </a:p>
        </p:txBody>
      </p:sp>
    </p:spTree>
    <p:extLst>
      <p:ext uri="{BB962C8B-B14F-4D97-AF65-F5344CB8AC3E}">
        <p14:creationId xmlns:p14="http://schemas.microsoft.com/office/powerpoint/2010/main" val="1757242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spTree>
      <p:nvGrpSpPr>
        <p:cNvPr id="1" name=""/>
        <p:cNvGrpSpPr/>
        <p:nvPr/>
      </p:nvGrpSpPr>
      <p:grpSpPr>
        <a:xfrm>
          <a:off x="0" y="0"/>
          <a:ext cx="0" cy="0"/>
          <a:chOff x="0" y="0"/>
          <a:chExt cx="0" cy="0"/>
        </a:xfrm>
      </p:grpSpPr>
      <p:sp>
        <p:nvSpPr>
          <p:cNvPr id="13" name="Заголовок 6">
            <a:extLst>
              <a:ext uri="{FF2B5EF4-FFF2-40B4-BE49-F238E27FC236}">
                <a16:creationId xmlns:a16="http://schemas.microsoft.com/office/drawing/2014/main" id="{28487DA5-DCB7-4474-BDCE-999DB4109260}"/>
              </a:ext>
            </a:extLst>
          </p:cNvPr>
          <p:cNvSpPr>
            <a:spLocks noGrp="1"/>
          </p:cNvSpPr>
          <p:nvPr>
            <p:ph type="ctrTitle"/>
          </p:nvPr>
        </p:nvSpPr>
        <p:spPr>
          <a:xfrm>
            <a:off x="6311900" y="448056"/>
            <a:ext cx="5428996" cy="3401568"/>
          </a:xfrm>
        </p:spPr>
        <p:txBody>
          <a:bodyPr rtlCol="0">
            <a:normAutofit/>
          </a:bodyPr>
          <a:lstStyle>
            <a:lvl1pPr>
              <a:defRPr sz="5400">
                <a:latin typeface="Times New Roman" panose="02020603050405020304" pitchFamily="18" charset="0"/>
              </a:defRPr>
            </a:lvl1pPr>
          </a:lstStyle>
          <a:p>
            <a:pPr rtl="0"/>
            <a:r>
              <a:rPr lang="ru-RU" noProof="0"/>
              <a:t>Образец заголовка</a:t>
            </a:r>
          </a:p>
        </p:txBody>
      </p:sp>
      <p:sp>
        <p:nvSpPr>
          <p:cNvPr id="14" name="Подзаголовок 7">
            <a:extLst>
              <a:ext uri="{FF2B5EF4-FFF2-40B4-BE49-F238E27FC236}">
                <a16:creationId xmlns:a16="http://schemas.microsoft.com/office/drawing/2014/main" id="{1DA2E4DD-C8F6-49E6-BFFE-999B25D2FCF9}"/>
              </a:ext>
            </a:extLst>
          </p:cNvPr>
          <p:cNvSpPr>
            <a:spLocks noGrp="1"/>
          </p:cNvSpPr>
          <p:nvPr>
            <p:ph type="subTitle" idx="1"/>
          </p:nvPr>
        </p:nvSpPr>
        <p:spPr>
          <a:xfrm>
            <a:off x="6311900" y="4471416"/>
            <a:ext cx="5428996" cy="1481328"/>
          </a:xfrm>
        </p:spPr>
        <p:txBody>
          <a:bodyPr rtlCol="0">
            <a:normAutofit/>
          </a:bodyPr>
          <a:lstStyle>
            <a:lvl1pPr marL="1944" indent="0">
              <a:buNone/>
              <a:defRPr sz="2400"/>
            </a:lvl1pPr>
          </a:lstStyle>
          <a:p>
            <a:pPr rtl="0"/>
            <a:r>
              <a:rPr lang="ru-RU" noProof="0"/>
              <a:t>Образец подзаголовка</a:t>
            </a:r>
          </a:p>
        </p:txBody>
      </p:sp>
      <p:cxnSp>
        <p:nvCxnSpPr>
          <p:cNvPr id="16" name="Прямая соединительная линия 15">
            <a:extLst>
              <a:ext uri="{FF2B5EF4-FFF2-40B4-BE49-F238E27FC236}">
                <a16:creationId xmlns:a16="http://schemas.microsoft.com/office/drawing/2014/main" id="{13BBFE51-2F86-4B2A-8F7F-78DCD52EB59E}"/>
              </a:ext>
              <a:ext uri="{C183D7F6-B498-43B3-948B-1728B52AA6E4}">
                <adec:decorative xmlns:adec="http://schemas.microsoft.com/office/drawing/2017/decorative" val="1"/>
              </a:ext>
            </a:extLst>
          </p:cNvPr>
          <p:cNvCxnSpPr>
            <a:cxnSpLocks/>
          </p:cNvCxnSpPr>
          <p:nvPr userDrawn="1"/>
        </p:nvCxnSpPr>
        <p:spPr>
          <a:xfrm>
            <a:off x="6318321" y="4122000"/>
            <a:ext cx="5447091"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Рисунок 4">
            <a:extLst>
              <a:ext uri="{FF2B5EF4-FFF2-40B4-BE49-F238E27FC236}">
                <a16:creationId xmlns:a16="http://schemas.microsoft.com/office/drawing/2014/main" id="{B27F6338-E81A-4E7B-8135-E97EE9502CCD}"/>
              </a:ext>
            </a:extLst>
          </p:cNvPr>
          <p:cNvSpPr>
            <a:spLocks noGrp="1"/>
          </p:cNvSpPr>
          <p:nvPr>
            <p:ph type="pic" sz="quarter" idx="10" hasCustomPrompt="1"/>
          </p:nvPr>
        </p:nvSpPr>
        <p:spPr>
          <a:xfrm>
            <a:off x="450850" y="447675"/>
            <a:ext cx="5429250" cy="5545138"/>
          </a:xfrm>
        </p:spPr>
        <p:txBody>
          <a:bodyPr rtlCol="0"/>
          <a:lstStyle>
            <a:lvl1pPr marL="1944" indent="0" algn="ctr">
              <a:buNone/>
              <a:defRPr/>
            </a:lvl1pPr>
          </a:lstStyle>
          <a:p>
            <a:pPr rtl="0"/>
            <a:r>
              <a:rPr lang="ru-RU" noProof="0"/>
              <a:t>Вставьте здесь фото</a:t>
            </a:r>
          </a:p>
        </p:txBody>
      </p:sp>
    </p:spTree>
    <p:extLst>
      <p:ext uri="{BB962C8B-B14F-4D97-AF65-F5344CB8AC3E}">
        <p14:creationId xmlns:p14="http://schemas.microsoft.com/office/powerpoint/2010/main" val="1664390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Повестка">
    <p:spTree>
      <p:nvGrpSpPr>
        <p:cNvPr id="1" name=""/>
        <p:cNvGrpSpPr/>
        <p:nvPr/>
      </p:nvGrpSpPr>
      <p:grpSpPr>
        <a:xfrm>
          <a:off x="0" y="0"/>
          <a:ext cx="0" cy="0"/>
          <a:chOff x="0" y="0"/>
          <a:chExt cx="0" cy="0"/>
        </a:xfrm>
      </p:grpSpPr>
      <p:cxnSp>
        <p:nvCxnSpPr>
          <p:cNvPr id="6" name="Прямая соединительная линия 5">
            <a:extLst>
              <a:ext uri="{FF2B5EF4-FFF2-40B4-BE49-F238E27FC236}">
                <a16:creationId xmlns:a16="http://schemas.microsoft.com/office/drawing/2014/main" id="{80307A1A-4AC6-459C-9531-704CF376725C}"/>
              </a:ext>
              <a:ext uri="{C183D7F6-B498-43B3-948B-1728B52AA6E4}">
                <adec:decorative xmlns:adec="http://schemas.microsoft.com/office/drawing/2017/decorative" val="1"/>
              </a:ext>
            </a:extLst>
          </p:cNvPr>
          <p:cNvCxnSpPr/>
          <p:nvPr userDrawn="1"/>
        </p:nvCxnSpPr>
        <p:spPr>
          <a:xfrm>
            <a:off x="7527600" y="450000"/>
            <a:ext cx="0" cy="5965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 name="Заголовок 1">
            <a:extLst>
              <a:ext uri="{FF2B5EF4-FFF2-40B4-BE49-F238E27FC236}">
                <a16:creationId xmlns:a16="http://schemas.microsoft.com/office/drawing/2014/main" id="{44D2BF6B-AD6F-4BC9-B5A6-BC7741CD0374}"/>
              </a:ext>
            </a:extLst>
          </p:cNvPr>
          <p:cNvSpPr>
            <a:spLocks noGrp="1"/>
          </p:cNvSpPr>
          <p:nvPr>
            <p:ph type="title" hasCustomPrompt="1"/>
          </p:nvPr>
        </p:nvSpPr>
        <p:spPr>
          <a:xfrm>
            <a:off x="447675" y="227011"/>
            <a:ext cx="6860946" cy="2954337"/>
          </a:xfrm>
        </p:spPr>
        <p:txBody>
          <a:bodyPr rtlCol="0">
            <a:normAutofit/>
          </a:bodyPr>
          <a:lstStyle>
            <a:lvl1pPr>
              <a:spcBef>
                <a:spcPts val="1000"/>
              </a:spcBef>
              <a:defRPr sz="4400">
                <a:solidFill>
                  <a:schemeClr val="tx1"/>
                </a:solidFill>
                <a:latin typeface="Times New Roman" panose="02020603050405020304" pitchFamily="18" charset="0"/>
              </a:defRPr>
            </a:lvl1pPr>
          </a:lstStyle>
          <a:p>
            <a:pPr rtl="0"/>
            <a:r>
              <a:rPr lang="ru-RU" noProof="0"/>
              <a:t>Заголовок слайда</a:t>
            </a:r>
          </a:p>
        </p:txBody>
      </p:sp>
      <p:sp>
        <p:nvSpPr>
          <p:cNvPr id="15" name="Рисунок 11">
            <a:extLst>
              <a:ext uri="{FF2B5EF4-FFF2-40B4-BE49-F238E27FC236}">
                <a16:creationId xmlns:a16="http://schemas.microsoft.com/office/drawing/2014/main" id="{8FB06AF1-CFEB-40E6-A617-E9CA5CF8B66D}"/>
              </a:ext>
            </a:extLst>
          </p:cNvPr>
          <p:cNvSpPr>
            <a:spLocks noGrp="1"/>
          </p:cNvSpPr>
          <p:nvPr>
            <p:ph type="pic" sz="quarter" idx="10" hasCustomPrompt="1"/>
          </p:nvPr>
        </p:nvSpPr>
        <p:spPr>
          <a:xfrm>
            <a:off x="447675" y="3643313"/>
            <a:ext cx="3227388" cy="2771775"/>
          </a:xfrm>
        </p:spPr>
        <p:txBody>
          <a:bodyPr rtlCol="0"/>
          <a:lstStyle>
            <a:lvl1pPr marL="1944" indent="0" algn="ctr">
              <a:buNone/>
              <a:defRPr/>
            </a:lvl1pPr>
          </a:lstStyle>
          <a:p>
            <a:pPr rtl="0"/>
            <a:r>
              <a:rPr lang="ru-RU" noProof="0"/>
              <a:t>Вставьте здесь фото</a:t>
            </a:r>
          </a:p>
        </p:txBody>
      </p:sp>
      <p:sp>
        <p:nvSpPr>
          <p:cNvPr id="16" name="Рисунок 13">
            <a:extLst>
              <a:ext uri="{FF2B5EF4-FFF2-40B4-BE49-F238E27FC236}">
                <a16:creationId xmlns:a16="http://schemas.microsoft.com/office/drawing/2014/main" id="{62D71E4C-2705-4622-887B-1F1262DB9127}"/>
              </a:ext>
            </a:extLst>
          </p:cNvPr>
          <p:cNvSpPr>
            <a:spLocks noGrp="1"/>
          </p:cNvSpPr>
          <p:nvPr>
            <p:ph type="pic" sz="quarter" idx="11" hasCustomPrompt="1"/>
          </p:nvPr>
        </p:nvSpPr>
        <p:spPr>
          <a:xfrm>
            <a:off x="3849688" y="3643313"/>
            <a:ext cx="3233737" cy="2771775"/>
          </a:xfrm>
        </p:spPr>
        <p:txBody>
          <a:bodyPr rtlCol="0"/>
          <a:lstStyle>
            <a:lvl1pPr marL="1944" indent="0" algn="ctr">
              <a:buNone/>
              <a:defRPr/>
            </a:lvl1pPr>
          </a:lstStyle>
          <a:p>
            <a:pPr rtl="0"/>
            <a:r>
              <a:rPr lang="ru-RU" noProof="0"/>
              <a:t>Вставьте здесь фото</a:t>
            </a:r>
          </a:p>
        </p:txBody>
      </p:sp>
      <p:sp>
        <p:nvSpPr>
          <p:cNvPr id="7" name="Объект 2">
            <a:extLst>
              <a:ext uri="{FF2B5EF4-FFF2-40B4-BE49-F238E27FC236}">
                <a16:creationId xmlns:a16="http://schemas.microsoft.com/office/drawing/2014/main" id="{5431B6C7-1096-4AD3-9D48-AA45F0B2185D}"/>
              </a:ext>
            </a:extLst>
          </p:cNvPr>
          <p:cNvSpPr>
            <a:spLocks noGrp="1"/>
          </p:cNvSpPr>
          <p:nvPr>
            <p:ph idx="1"/>
          </p:nvPr>
        </p:nvSpPr>
        <p:spPr>
          <a:xfrm>
            <a:off x="7966800" y="383764"/>
            <a:ext cx="3312000" cy="6031435"/>
          </a:xfrm>
        </p:spPr>
        <p:txBody>
          <a:bodyPr rtlCol="0">
            <a:normAutofit/>
          </a:bodyPr>
          <a:lstStyle>
            <a:lvl1pPr>
              <a:lnSpc>
                <a:spcPct val="100000"/>
              </a:lnSpc>
              <a:defRPr sz="2400"/>
            </a:lvl1pPr>
          </a:lstStyle>
          <a:p>
            <a:pPr lvl="0" rtl="0"/>
            <a:r>
              <a:rPr lang="ru-RU" noProof="0"/>
              <a:t>Образец текста</a:t>
            </a:r>
          </a:p>
        </p:txBody>
      </p:sp>
      <p:sp>
        <p:nvSpPr>
          <p:cNvPr id="9" name="Дата 9">
            <a:extLst>
              <a:ext uri="{FF2B5EF4-FFF2-40B4-BE49-F238E27FC236}">
                <a16:creationId xmlns:a16="http://schemas.microsoft.com/office/drawing/2014/main" id="{3C3DC7A9-2932-431E-8EC0-CFA4B2CF6493}"/>
              </a:ext>
            </a:extLst>
          </p:cNvPr>
          <p:cNvSpPr>
            <a:spLocks noGrp="1"/>
          </p:cNvSpPr>
          <p:nvPr>
            <p:ph type="dt" sz="half" idx="2"/>
          </p:nvPr>
        </p:nvSpPr>
        <p:spPr>
          <a:xfrm rot="5400000">
            <a:off x="10299675" y="1584976"/>
            <a:ext cx="2772000" cy="502920"/>
          </a:xfrm>
        </p:spPr>
        <p:txBody>
          <a:bodyPr tIns="180000" rIns="180000" bIns="180000" rtlCol="0"/>
          <a:lstStyle>
            <a:lvl1pPr>
              <a:defRPr/>
            </a:lvl1pPr>
          </a:lstStyle>
          <a:p>
            <a:pPr rtl="0"/>
            <a:r>
              <a:rPr lang="ru-RU" noProof="0"/>
              <a:t>02.02.20ГГ</a:t>
            </a:r>
          </a:p>
        </p:txBody>
      </p:sp>
      <p:sp>
        <p:nvSpPr>
          <p:cNvPr id="8" name="Нижний колонтитул 10">
            <a:extLst>
              <a:ext uri="{FF2B5EF4-FFF2-40B4-BE49-F238E27FC236}">
                <a16:creationId xmlns:a16="http://schemas.microsoft.com/office/drawing/2014/main" id="{A97579B5-432F-4A2F-A65A-D2FACF71A351}"/>
              </a:ext>
            </a:extLst>
          </p:cNvPr>
          <p:cNvSpPr>
            <a:spLocks noGrp="1"/>
          </p:cNvSpPr>
          <p:nvPr>
            <p:ph type="ftr" sz="quarter" idx="3"/>
          </p:nvPr>
        </p:nvSpPr>
        <p:spPr>
          <a:xfrm rot="5400000">
            <a:off x="10216875" y="4439775"/>
            <a:ext cx="2937600" cy="502920"/>
          </a:xfrm>
        </p:spPr>
        <p:txBody>
          <a:bodyPr tIns="180000" rIns="180000" bIns="180000" rtlCol="0"/>
          <a:lstStyle/>
          <a:p>
            <a:pPr rtl="0"/>
            <a:r>
              <a:rPr lang="ru-RU" spc="200" noProof="0"/>
              <a:t>ЗАГОЛОВОК ПРЕЗЕНТАЦИИ</a:t>
            </a:r>
          </a:p>
        </p:txBody>
      </p:sp>
      <p:sp>
        <p:nvSpPr>
          <p:cNvPr id="14" name="Номер слайда 11">
            <a:extLst>
              <a:ext uri="{FF2B5EF4-FFF2-40B4-BE49-F238E27FC236}">
                <a16:creationId xmlns:a16="http://schemas.microsoft.com/office/drawing/2014/main" id="{F320B19E-E872-42A8-AA5D-7F84287BD009}"/>
              </a:ext>
            </a:extLst>
          </p:cNvPr>
          <p:cNvSpPr>
            <a:spLocks noGrp="1"/>
          </p:cNvSpPr>
          <p:nvPr>
            <p:ph type="sldNum" sz="quarter" idx="4"/>
          </p:nvPr>
        </p:nvSpPr>
        <p:spPr>
          <a:xfrm>
            <a:off x="11241025" y="6153912"/>
            <a:ext cx="502920" cy="502920"/>
          </a:xfrm>
        </p:spPr>
        <p:txBody>
          <a:bodyPr tIns="180000" bIns="180000" rtlCol="0"/>
          <a:lstStyle>
            <a:lvl1pPr algn="r">
              <a:defRPr/>
            </a:lvl1pPr>
          </a:lstStyle>
          <a:p>
            <a:pPr rtl="0"/>
            <a:fld id="{0D309695-DEC3-40DA-9DF5-330280C9D0E8}" type="slidenum">
              <a:rPr lang="ru-RU" noProof="0" smtClean="0"/>
              <a:pPr/>
              <a:t>‹#›</a:t>
            </a:fld>
            <a:endParaRPr lang="ru-RU" noProof="0"/>
          </a:p>
        </p:txBody>
      </p:sp>
    </p:spTree>
    <p:extLst>
      <p:ext uri="{BB962C8B-B14F-4D97-AF65-F5344CB8AC3E}">
        <p14:creationId xmlns:p14="http://schemas.microsoft.com/office/powerpoint/2010/main" val="1302974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Введение">
    <p:spTree>
      <p:nvGrpSpPr>
        <p:cNvPr id="1" name=""/>
        <p:cNvGrpSpPr/>
        <p:nvPr/>
      </p:nvGrpSpPr>
      <p:grpSpPr>
        <a:xfrm>
          <a:off x="0" y="0"/>
          <a:ext cx="0" cy="0"/>
          <a:chOff x="0" y="0"/>
          <a:chExt cx="0" cy="0"/>
        </a:xfrm>
      </p:grpSpPr>
      <p:sp>
        <p:nvSpPr>
          <p:cNvPr id="3" name="Заголовок 1">
            <a:extLst>
              <a:ext uri="{FF2B5EF4-FFF2-40B4-BE49-F238E27FC236}">
                <a16:creationId xmlns:a16="http://schemas.microsoft.com/office/drawing/2014/main" id="{451A3404-D5A9-4BC5-A2B8-5BC25368212D}"/>
              </a:ext>
            </a:extLst>
          </p:cNvPr>
          <p:cNvSpPr>
            <a:spLocks noGrp="1"/>
          </p:cNvSpPr>
          <p:nvPr>
            <p:ph type="title"/>
          </p:nvPr>
        </p:nvSpPr>
        <p:spPr>
          <a:xfrm>
            <a:off x="448056" y="388800"/>
            <a:ext cx="5432044" cy="860400"/>
          </a:xfrm>
        </p:spPr>
        <p:txBody>
          <a:bodyPr rtlCol="0" anchor="b" anchorCtr="0">
            <a:normAutofit/>
          </a:bodyPr>
          <a:lstStyle>
            <a:lvl1pPr>
              <a:defRPr sz="4400">
                <a:latin typeface="Times New Roman" panose="02020603050405020304" pitchFamily="18" charset="0"/>
              </a:defRPr>
            </a:lvl1pPr>
          </a:lstStyle>
          <a:p>
            <a:pPr rtl="0"/>
            <a:r>
              <a:rPr lang="ru-RU" noProof="0"/>
              <a:t>Образец заголовка</a:t>
            </a:r>
          </a:p>
        </p:txBody>
      </p:sp>
      <p:cxnSp>
        <p:nvCxnSpPr>
          <p:cNvPr id="4" name="Прямая соединительная линия 3">
            <a:extLst>
              <a:ext uri="{FF2B5EF4-FFF2-40B4-BE49-F238E27FC236}">
                <a16:creationId xmlns:a16="http://schemas.microsoft.com/office/drawing/2014/main" id="{B4BD8583-3FBE-444A-9F7E-DF7C6578E8D4}"/>
              </a:ext>
              <a:ext uri="{C183D7F6-B498-43B3-948B-1728B52AA6E4}">
                <adec:decorative xmlns:adec="http://schemas.microsoft.com/office/drawing/2017/decorative" val="1"/>
              </a:ext>
            </a:extLst>
          </p:cNvPr>
          <p:cNvCxnSpPr>
            <a:cxnSpLocks/>
          </p:cNvCxnSpPr>
          <p:nvPr userDrawn="1"/>
        </p:nvCxnSpPr>
        <p:spPr>
          <a:xfrm>
            <a:off x="450000" y="1609200"/>
            <a:ext cx="5434694"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Объект 2">
            <a:extLst>
              <a:ext uri="{FF2B5EF4-FFF2-40B4-BE49-F238E27FC236}">
                <a16:creationId xmlns:a16="http://schemas.microsoft.com/office/drawing/2014/main" id="{74F115DF-54F8-4335-86CC-1875CD745008}"/>
              </a:ext>
            </a:extLst>
          </p:cNvPr>
          <p:cNvSpPr>
            <a:spLocks noGrp="1"/>
          </p:cNvSpPr>
          <p:nvPr>
            <p:ph idx="1"/>
          </p:nvPr>
        </p:nvSpPr>
        <p:spPr>
          <a:xfrm>
            <a:off x="448056" y="1944000"/>
            <a:ext cx="5432044" cy="4006800"/>
          </a:xfrm>
        </p:spPr>
        <p:txBody>
          <a:bodyPr rtlCol="0">
            <a:normAutofit/>
          </a:bodyPr>
          <a:lstStyle>
            <a:lvl1pPr marL="1944" indent="0">
              <a:lnSpc>
                <a:spcPct val="100000"/>
              </a:lnSpc>
              <a:buNone/>
              <a:defRPr/>
            </a:lvl1pPr>
          </a:lstStyle>
          <a:p>
            <a:pPr lvl="0" rtl="0"/>
            <a:r>
              <a:rPr lang="ru-RU" noProof="0"/>
              <a:t>Образец текста</a:t>
            </a:r>
          </a:p>
        </p:txBody>
      </p:sp>
      <p:sp>
        <p:nvSpPr>
          <p:cNvPr id="12" name="Рисунок 10">
            <a:extLst>
              <a:ext uri="{FF2B5EF4-FFF2-40B4-BE49-F238E27FC236}">
                <a16:creationId xmlns:a16="http://schemas.microsoft.com/office/drawing/2014/main" id="{45F81656-BF34-4B85-ACD5-BFAE781919DA}"/>
              </a:ext>
            </a:extLst>
          </p:cNvPr>
          <p:cNvSpPr>
            <a:spLocks noGrp="1"/>
          </p:cNvSpPr>
          <p:nvPr>
            <p:ph type="pic" sz="quarter" idx="10" hasCustomPrompt="1"/>
          </p:nvPr>
        </p:nvSpPr>
        <p:spPr>
          <a:xfrm>
            <a:off x="6307138" y="449263"/>
            <a:ext cx="5432425" cy="5502275"/>
          </a:xfrm>
        </p:spPr>
        <p:txBody>
          <a:bodyPr rtlCol="0"/>
          <a:lstStyle>
            <a:lvl1pPr marL="1944" indent="0" algn="ctr">
              <a:buNone/>
              <a:defRPr/>
            </a:lvl1pPr>
          </a:lstStyle>
          <a:p>
            <a:pPr rtl="0"/>
            <a:r>
              <a:rPr lang="ru-RU" noProof="0"/>
              <a:t>Вставьте здесь фото</a:t>
            </a:r>
          </a:p>
        </p:txBody>
      </p:sp>
      <p:sp>
        <p:nvSpPr>
          <p:cNvPr id="7" name="Дата 5">
            <a:extLst>
              <a:ext uri="{FF2B5EF4-FFF2-40B4-BE49-F238E27FC236}">
                <a16:creationId xmlns:a16="http://schemas.microsoft.com/office/drawing/2014/main" id="{C54CC99A-1CCA-4711-9007-627C736BDDAB}"/>
              </a:ext>
            </a:extLst>
          </p:cNvPr>
          <p:cNvSpPr>
            <a:spLocks noGrp="1"/>
          </p:cNvSpPr>
          <p:nvPr>
            <p:ph type="dt" sz="half" idx="2"/>
          </p:nvPr>
        </p:nvSpPr>
        <p:spPr>
          <a:xfrm>
            <a:off x="442912" y="6152968"/>
            <a:ext cx="3457576" cy="502920"/>
          </a:xfrm>
        </p:spPr>
        <p:txBody>
          <a:bodyPr rtlCol="0"/>
          <a:lstStyle>
            <a:lvl1pPr>
              <a:defRPr/>
            </a:lvl1pPr>
          </a:lstStyle>
          <a:p>
            <a:pPr rtl="0"/>
            <a:r>
              <a:rPr lang="ru-RU" noProof="0"/>
              <a:t>02.02.20ГГ</a:t>
            </a:r>
          </a:p>
        </p:txBody>
      </p:sp>
      <p:sp>
        <p:nvSpPr>
          <p:cNvPr id="8" name="Нижний колонтитул 3">
            <a:extLst>
              <a:ext uri="{FF2B5EF4-FFF2-40B4-BE49-F238E27FC236}">
                <a16:creationId xmlns:a16="http://schemas.microsoft.com/office/drawing/2014/main" id="{E513F610-B150-40E5-A881-4F4F842123BF}"/>
              </a:ext>
            </a:extLst>
          </p:cNvPr>
          <p:cNvSpPr>
            <a:spLocks noGrp="1"/>
          </p:cNvSpPr>
          <p:nvPr>
            <p:ph type="ftr" sz="quarter" idx="3"/>
          </p:nvPr>
        </p:nvSpPr>
        <p:spPr>
          <a:xfrm>
            <a:off x="4370832" y="6153912"/>
            <a:ext cx="5397056" cy="502920"/>
          </a:xfrm>
        </p:spPr>
        <p:txBody>
          <a:bodyPr rtlCol="0"/>
          <a:lstStyle>
            <a:lvl1pPr>
              <a:defRPr/>
            </a:lvl1pPr>
          </a:lstStyle>
          <a:p>
            <a:pPr rtl="0"/>
            <a:r>
              <a:rPr lang="ru-RU" noProof="0"/>
              <a:t>ЗАГОЛОВОК ПРЕЗЕНТАЦИИ</a:t>
            </a:r>
          </a:p>
        </p:txBody>
      </p:sp>
      <p:sp>
        <p:nvSpPr>
          <p:cNvPr id="13" name="Номер слайда 11">
            <a:extLst>
              <a:ext uri="{FF2B5EF4-FFF2-40B4-BE49-F238E27FC236}">
                <a16:creationId xmlns:a16="http://schemas.microsoft.com/office/drawing/2014/main" id="{9C7D98EF-127D-4092-9E0B-82F254B113F7}"/>
              </a:ext>
            </a:extLst>
          </p:cNvPr>
          <p:cNvSpPr>
            <a:spLocks noGrp="1"/>
          </p:cNvSpPr>
          <p:nvPr>
            <p:ph type="sldNum" sz="quarter" idx="4"/>
          </p:nvPr>
        </p:nvSpPr>
        <p:spPr>
          <a:xfrm>
            <a:off x="11241025" y="6153912"/>
            <a:ext cx="502920" cy="502920"/>
          </a:xfrm>
        </p:spPr>
        <p:txBody>
          <a:bodyPr tIns="180000" bIns="180000" rtlCol="0"/>
          <a:lstStyle>
            <a:lvl1pPr algn="r">
              <a:defRPr/>
            </a:lvl1pPr>
          </a:lstStyle>
          <a:p>
            <a:pPr rtl="0"/>
            <a:fld id="{0D309695-DEC3-40DA-9DF5-330280C9D0E8}" type="slidenum">
              <a:rPr lang="ru-RU" noProof="0" smtClean="0"/>
              <a:pPr/>
              <a:t>‹#›</a:t>
            </a:fld>
            <a:endParaRPr lang="ru-RU" noProof="0"/>
          </a:p>
        </p:txBody>
      </p:sp>
    </p:spTree>
    <p:extLst>
      <p:ext uri="{BB962C8B-B14F-4D97-AF65-F5344CB8AC3E}">
        <p14:creationId xmlns:p14="http://schemas.microsoft.com/office/powerpoint/2010/main" val="408361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Разрыв раздела">
    <p:spTree>
      <p:nvGrpSpPr>
        <p:cNvPr id="1" name=""/>
        <p:cNvGrpSpPr/>
        <p:nvPr/>
      </p:nvGrpSpPr>
      <p:grpSpPr>
        <a:xfrm>
          <a:off x="0" y="0"/>
          <a:ext cx="0" cy="0"/>
          <a:chOff x="0" y="0"/>
          <a:chExt cx="0" cy="0"/>
        </a:xfrm>
      </p:grpSpPr>
      <p:sp>
        <p:nvSpPr>
          <p:cNvPr id="10" name="Заголовок 6">
            <a:extLst>
              <a:ext uri="{FF2B5EF4-FFF2-40B4-BE49-F238E27FC236}">
                <a16:creationId xmlns:a16="http://schemas.microsoft.com/office/drawing/2014/main" id="{8F9B17DB-D85A-4B5F-A44F-4BAD5975CB0B}"/>
              </a:ext>
            </a:extLst>
          </p:cNvPr>
          <p:cNvSpPr>
            <a:spLocks noGrp="1"/>
          </p:cNvSpPr>
          <p:nvPr>
            <p:ph type="ctrTitle"/>
          </p:nvPr>
        </p:nvSpPr>
        <p:spPr>
          <a:xfrm>
            <a:off x="4385412" y="448056"/>
            <a:ext cx="7355484" cy="3401568"/>
          </a:xfrm>
        </p:spPr>
        <p:txBody>
          <a:bodyPr rtlCol="0">
            <a:normAutofit/>
          </a:bodyPr>
          <a:lstStyle>
            <a:lvl1pPr>
              <a:defRPr sz="4400">
                <a:latin typeface="Times New Roman" panose="02020603050405020304" pitchFamily="18" charset="0"/>
              </a:defRPr>
            </a:lvl1pPr>
          </a:lstStyle>
          <a:p>
            <a:pPr rtl="0"/>
            <a:r>
              <a:rPr lang="ru-RU" noProof="0"/>
              <a:t>Образец заголовка</a:t>
            </a:r>
          </a:p>
        </p:txBody>
      </p:sp>
      <p:sp>
        <p:nvSpPr>
          <p:cNvPr id="15" name="Подзаголовок 7">
            <a:extLst>
              <a:ext uri="{FF2B5EF4-FFF2-40B4-BE49-F238E27FC236}">
                <a16:creationId xmlns:a16="http://schemas.microsoft.com/office/drawing/2014/main" id="{4582DBBD-4E7B-4825-A55A-B28211141C4D}"/>
              </a:ext>
            </a:extLst>
          </p:cNvPr>
          <p:cNvSpPr>
            <a:spLocks noGrp="1"/>
          </p:cNvSpPr>
          <p:nvPr>
            <p:ph type="subTitle" idx="1"/>
          </p:nvPr>
        </p:nvSpPr>
        <p:spPr>
          <a:xfrm>
            <a:off x="4385412" y="4471416"/>
            <a:ext cx="7355484" cy="1481328"/>
          </a:xfrm>
        </p:spPr>
        <p:txBody>
          <a:bodyPr rtlCol="0">
            <a:normAutofit/>
          </a:bodyPr>
          <a:lstStyle>
            <a:lvl1pPr marL="1944" indent="0">
              <a:buNone/>
              <a:defRPr sz="2400"/>
            </a:lvl1pPr>
          </a:lstStyle>
          <a:p>
            <a:pPr rtl="0"/>
            <a:r>
              <a:rPr lang="ru-RU" noProof="0"/>
              <a:t>Образец подзаголовка</a:t>
            </a:r>
          </a:p>
        </p:txBody>
      </p:sp>
      <p:cxnSp>
        <p:nvCxnSpPr>
          <p:cNvPr id="18" name="Прямая соединительная линия 17">
            <a:extLst>
              <a:ext uri="{FF2B5EF4-FFF2-40B4-BE49-F238E27FC236}">
                <a16:creationId xmlns:a16="http://schemas.microsoft.com/office/drawing/2014/main" id="{2E7AB31A-4165-4478-8B2E-0C5398550476}"/>
              </a:ext>
              <a:ext uri="{C183D7F6-B498-43B3-948B-1728B52AA6E4}">
                <adec:decorative xmlns:adec="http://schemas.microsoft.com/office/drawing/2017/decorative" val="1"/>
              </a:ext>
            </a:extLst>
          </p:cNvPr>
          <p:cNvCxnSpPr>
            <a:cxnSpLocks/>
          </p:cNvCxnSpPr>
          <p:nvPr userDrawn="1"/>
        </p:nvCxnSpPr>
        <p:spPr>
          <a:xfrm>
            <a:off x="4385412" y="4122000"/>
            <a:ext cx="73800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25" name="Рисунок 2">
            <a:extLst>
              <a:ext uri="{FF2B5EF4-FFF2-40B4-BE49-F238E27FC236}">
                <a16:creationId xmlns:a16="http://schemas.microsoft.com/office/drawing/2014/main" id="{E2291097-923C-4C79-A2E1-C0C1C5F94393}"/>
              </a:ext>
            </a:extLst>
          </p:cNvPr>
          <p:cNvSpPr>
            <a:spLocks noGrp="1"/>
          </p:cNvSpPr>
          <p:nvPr>
            <p:ph type="pic" sz="quarter" idx="10" hasCustomPrompt="1"/>
          </p:nvPr>
        </p:nvSpPr>
        <p:spPr>
          <a:xfrm>
            <a:off x="449263" y="447675"/>
            <a:ext cx="3449637" cy="1727200"/>
          </a:xfrm>
        </p:spPr>
        <p:txBody>
          <a:bodyPr rtlCol="0"/>
          <a:lstStyle>
            <a:lvl1pPr marL="1944" indent="0" algn="ctr">
              <a:buNone/>
              <a:defRPr/>
            </a:lvl1pPr>
          </a:lstStyle>
          <a:p>
            <a:pPr rtl="0"/>
            <a:r>
              <a:rPr lang="ru-RU" noProof="0"/>
              <a:t>Вставьте здесь фото</a:t>
            </a:r>
          </a:p>
        </p:txBody>
      </p:sp>
      <p:sp>
        <p:nvSpPr>
          <p:cNvPr id="26" name="Рисунок 4">
            <a:extLst>
              <a:ext uri="{FF2B5EF4-FFF2-40B4-BE49-F238E27FC236}">
                <a16:creationId xmlns:a16="http://schemas.microsoft.com/office/drawing/2014/main" id="{BD63B57D-B7E5-4B5F-BA72-251478B503AA}"/>
              </a:ext>
            </a:extLst>
          </p:cNvPr>
          <p:cNvSpPr>
            <a:spLocks noGrp="1"/>
          </p:cNvSpPr>
          <p:nvPr>
            <p:ph type="pic" sz="quarter" idx="11" hasCustomPrompt="1"/>
          </p:nvPr>
        </p:nvSpPr>
        <p:spPr>
          <a:xfrm>
            <a:off x="449263" y="2354263"/>
            <a:ext cx="3449637" cy="1727200"/>
          </a:xfrm>
        </p:spPr>
        <p:txBody>
          <a:bodyPr rtlCol="0"/>
          <a:lstStyle>
            <a:lvl1pPr marL="1944" indent="0" algn="ctr">
              <a:buNone/>
              <a:defRPr/>
            </a:lvl1pPr>
          </a:lstStyle>
          <a:p>
            <a:pPr rtl="0"/>
            <a:r>
              <a:rPr lang="ru-RU" noProof="0"/>
              <a:t>Вставьте здесь фото</a:t>
            </a:r>
          </a:p>
        </p:txBody>
      </p:sp>
      <p:sp>
        <p:nvSpPr>
          <p:cNvPr id="27" name="Рисунок 6">
            <a:extLst>
              <a:ext uri="{FF2B5EF4-FFF2-40B4-BE49-F238E27FC236}">
                <a16:creationId xmlns:a16="http://schemas.microsoft.com/office/drawing/2014/main" id="{5C8C147E-814C-4008-8C13-0216089EF54B}"/>
              </a:ext>
            </a:extLst>
          </p:cNvPr>
          <p:cNvSpPr>
            <a:spLocks noGrp="1"/>
          </p:cNvSpPr>
          <p:nvPr>
            <p:ph type="pic" sz="quarter" idx="12" hasCustomPrompt="1"/>
          </p:nvPr>
        </p:nvSpPr>
        <p:spPr>
          <a:xfrm>
            <a:off x="449263" y="4260850"/>
            <a:ext cx="3449637" cy="1727200"/>
          </a:xfrm>
        </p:spPr>
        <p:txBody>
          <a:bodyPr rtlCol="0"/>
          <a:lstStyle>
            <a:lvl1pPr marL="1944" indent="0" algn="ctr">
              <a:buNone/>
              <a:defRPr/>
            </a:lvl1pPr>
          </a:lstStyle>
          <a:p>
            <a:pPr rtl="0"/>
            <a:r>
              <a:rPr lang="ru-RU" noProof="0"/>
              <a:t>Вставьте здесь фото</a:t>
            </a:r>
          </a:p>
        </p:txBody>
      </p:sp>
    </p:spTree>
    <p:extLst>
      <p:ext uri="{BB962C8B-B14F-4D97-AF65-F5344CB8AC3E}">
        <p14:creationId xmlns:p14="http://schemas.microsoft.com/office/powerpoint/2010/main" val="1365409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Диаграмма">
    <p:spTree>
      <p:nvGrpSpPr>
        <p:cNvPr id="1" name=""/>
        <p:cNvGrpSpPr/>
        <p:nvPr/>
      </p:nvGrpSpPr>
      <p:grpSpPr>
        <a:xfrm>
          <a:off x="0" y="0"/>
          <a:ext cx="0" cy="0"/>
          <a:chOff x="0" y="0"/>
          <a:chExt cx="0" cy="0"/>
        </a:xfrm>
      </p:grpSpPr>
      <p:cxnSp>
        <p:nvCxnSpPr>
          <p:cNvPr id="4" name="Прямая соединительная линия 3">
            <a:extLst>
              <a:ext uri="{FF2B5EF4-FFF2-40B4-BE49-F238E27FC236}">
                <a16:creationId xmlns:a16="http://schemas.microsoft.com/office/drawing/2014/main" id="{6C472BA8-C86A-4A3E-BDE2-5B103B418B09}"/>
              </a:ext>
              <a:ext uri="{C183D7F6-B498-43B3-948B-1728B52AA6E4}">
                <adec:decorative xmlns:adec="http://schemas.microsoft.com/office/drawing/2017/decorative" val="1"/>
              </a:ext>
            </a:extLst>
          </p:cNvPr>
          <p:cNvCxnSpPr>
            <a:cxnSpLocks/>
          </p:cNvCxnSpPr>
          <p:nvPr userDrawn="1"/>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Заголовок 1">
            <a:extLst>
              <a:ext uri="{FF2B5EF4-FFF2-40B4-BE49-F238E27FC236}">
                <a16:creationId xmlns:a16="http://schemas.microsoft.com/office/drawing/2014/main" id="{A4C7BB06-8210-4B65-AD12-157991E7E36A}"/>
              </a:ext>
            </a:extLst>
          </p:cNvPr>
          <p:cNvSpPr>
            <a:spLocks noGrp="1"/>
          </p:cNvSpPr>
          <p:nvPr>
            <p:ph type="title" hasCustomPrompt="1"/>
          </p:nvPr>
        </p:nvSpPr>
        <p:spPr>
          <a:xfrm>
            <a:off x="437626" y="206916"/>
            <a:ext cx="11293199" cy="1026572"/>
          </a:xfrm>
        </p:spPr>
        <p:txBody>
          <a:bodyPr rtlCol="0" anchor="ctr">
            <a:normAutofit/>
          </a:bodyPr>
          <a:lstStyle>
            <a:lvl1pPr>
              <a:spcBef>
                <a:spcPts val="1000"/>
              </a:spcBef>
              <a:defRPr sz="4400">
                <a:solidFill>
                  <a:schemeClr val="tx1"/>
                </a:solidFill>
                <a:latin typeface="Times New Roman" panose="02020603050405020304" pitchFamily="18" charset="0"/>
              </a:defRPr>
            </a:lvl1pPr>
          </a:lstStyle>
          <a:p>
            <a:pPr rtl="0"/>
            <a:r>
              <a:rPr lang="ru-RU" noProof="0"/>
              <a:t>Заголовок слайда</a:t>
            </a:r>
          </a:p>
        </p:txBody>
      </p:sp>
      <p:sp>
        <p:nvSpPr>
          <p:cNvPr id="3" name="Объект 2">
            <a:extLst>
              <a:ext uri="{FF2B5EF4-FFF2-40B4-BE49-F238E27FC236}">
                <a16:creationId xmlns:a16="http://schemas.microsoft.com/office/drawing/2014/main" id="{3703CE44-6F04-4B27-8C13-AD0131E9211D}"/>
              </a:ext>
            </a:extLst>
          </p:cNvPr>
          <p:cNvSpPr>
            <a:spLocks noGrp="1"/>
          </p:cNvSpPr>
          <p:nvPr>
            <p:ph sz="quarter" idx="11" hasCustomPrompt="1"/>
          </p:nvPr>
        </p:nvSpPr>
        <p:spPr>
          <a:xfrm>
            <a:off x="436563" y="2017713"/>
            <a:ext cx="11312525" cy="3906837"/>
          </a:xfrm>
        </p:spPr>
        <p:txBody>
          <a:bodyPr rtlCol="0">
            <a:normAutofit/>
          </a:bodyPr>
          <a:lstStyle>
            <a:lvl1pPr marL="1944" indent="0">
              <a:buNone/>
              <a:defRPr sz="1600">
                <a:solidFill>
                  <a:schemeClr val="tx1">
                    <a:alpha val="55000"/>
                  </a:schemeClr>
                </a:solidFill>
              </a:defRPr>
            </a:lvl1pPr>
            <a:lvl2pPr marL="451944" indent="0">
              <a:buNone/>
              <a:defRPr sz="1600">
                <a:solidFill>
                  <a:schemeClr val="tx1">
                    <a:alpha val="55000"/>
                  </a:schemeClr>
                </a:solidFill>
              </a:defRPr>
            </a:lvl2pPr>
            <a:lvl3pPr marL="901944" indent="0">
              <a:buNone/>
              <a:defRPr sz="1600">
                <a:solidFill>
                  <a:schemeClr val="tx1">
                    <a:alpha val="55000"/>
                  </a:schemeClr>
                </a:solidFill>
              </a:defRPr>
            </a:lvl3pPr>
            <a:lvl4pPr marL="1351944" indent="0">
              <a:buNone/>
              <a:defRPr sz="1600">
                <a:solidFill>
                  <a:schemeClr val="tx1">
                    <a:alpha val="55000"/>
                  </a:schemeClr>
                </a:solidFill>
              </a:defRPr>
            </a:lvl4pPr>
            <a:lvl5pPr marL="1801944" indent="0">
              <a:buNone/>
              <a:defRPr sz="1600">
                <a:solidFill>
                  <a:schemeClr val="tx1">
                    <a:alpha val="55000"/>
                  </a:schemeClr>
                </a:solidFill>
              </a:defRPr>
            </a:lvl5pPr>
          </a:lstStyle>
          <a:p>
            <a:pPr lvl="0" rtl="0"/>
            <a:r>
              <a:rPr lang="ru-RU" noProof="0"/>
              <a:t>Щелкните, чтобы добавить содержимое</a:t>
            </a:r>
          </a:p>
        </p:txBody>
      </p:sp>
      <p:sp>
        <p:nvSpPr>
          <p:cNvPr id="5" name="Дата 6">
            <a:extLst>
              <a:ext uri="{FF2B5EF4-FFF2-40B4-BE49-F238E27FC236}">
                <a16:creationId xmlns:a16="http://schemas.microsoft.com/office/drawing/2014/main" id="{4D71227A-06F0-4EDB-9BA6-C5AA4D028CFD}"/>
              </a:ext>
            </a:extLst>
          </p:cNvPr>
          <p:cNvSpPr>
            <a:spLocks noGrp="1"/>
          </p:cNvSpPr>
          <p:nvPr>
            <p:ph type="dt" sz="half" idx="2"/>
          </p:nvPr>
        </p:nvSpPr>
        <p:spPr>
          <a:xfrm>
            <a:off x="442912" y="6152968"/>
            <a:ext cx="3457576" cy="502920"/>
          </a:xfrm>
        </p:spPr>
        <p:txBody>
          <a:bodyPr rtlCol="0"/>
          <a:lstStyle>
            <a:lvl1pPr>
              <a:defRPr/>
            </a:lvl1pPr>
          </a:lstStyle>
          <a:p>
            <a:pPr rtl="0"/>
            <a:r>
              <a:rPr lang="ru-RU" noProof="0"/>
              <a:t>02.02.20ГГ</a:t>
            </a:r>
          </a:p>
        </p:txBody>
      </p:sp>
      <p:sp>
        <p:nvSpPr>
          <p:cNvPr id="6" name="Нижний колонтитул 7">
            <a:extLst>
              <a:ext uri="{FF2B5EF4-FFF2-40B4-BE49-F238E27FC236}">
                <a16:creationId xmlns:a16="http://schemas.microsoft.com/office/drawing/2014/main" id="{9F297A86-7B17-452A-9C74-D1F11ACBB1AE}"/>
              </a:ext>
            </a:extLst>
          </p:cNvPr>
          <p:cNvSpPr>
            <a:spLocks noGrp="1"/>
          </p:cNvSpPr>
          <p:nvPr>
            <p:ph type="ftr" sz="quarter" idx="3"/>
          </p:nvPr>
        </p:nvSpPr>
        <p:spPr>
          <a:xfrm>
            <a:off x="4370832" y="6153912"/>
            <a:ext cx="5397056" cy="502920"/>
          </a:xfrm>
        </p:spPr>
        <p:txBody>
          <a:bodyPr rtlCol="0"/>
          <a:lstStyle>
            <a:lvl1pPr>
              <a:defRPr/>
            </a:lvl1pPr>
          </a:lstStyle>
          <a:p>
            <a:pPr rtl="0"/>
            <a:r>
              <a:rPr lang="ru-RU" noProof="0"/>
              <a:t>ЗАГОЛОВОК ПРЕЗЕНТАЦИИ</a:t>
            </a:r>
          </a:p>
        </p:txBody>
      </p:sp>
      <p:sp>
        <p:nvSpPr>
          <p:cNvPr id="8" name="Номер слайда 11">
            <a:extLst>
              <a:ext uri="{FF2B5EF4-FFF2-40B4-BE49-F238E27FC236}">
                <a16:creationId xmlns:a16="http://schemas.microsoft.com/office/drawing/2014/main" id="{5A51317C-59B0-4A35-8F79-F4AE3B59E4E9}"/>
              </a:ext>
            </a:extLst>
          </p:cNvPr>
          <p:cNvSpPr>
            <a:spLocks noGrp="1"/>
          </p:cNvSpPr>
          <p:nvPr>
            <p:ph type="sldNum" sz="quarter" idx="4"/>
          </p:nvPr>
        </p:nvSpPr>
        <p:spPr>
          <a:xfrm>
            <a:off x="11241025" y="6153912"/>
            <a:ext cx="502920" cy="502920"/>
          </a:xfrm>
        </p:spPr>
        <p:txBody>
          <a:bodyPr tIns="180000" bIns="180000" rtlCol="0"/>
          <a:lstStyle>
            <a:lvl1pPr algn="r">
              <a:defRPr/>
            </a:lvl1pPr>
          </a:lstStyle>
          <a:p>
            <a:pPr rtl="0"/>
            <a:fld id="{0D309695-DEC3-40DA-9DF5-330280C9D0E8}" type="slidenum">
              <a:rPr lang="ru-RU" noProof="0" smtClean="0"/>
              <a:pPr/>
              <a:t>‹#›</a:t>
            </a:fld>
            <a:endParaRPr lang="ru-RU" noProof="0"/>
          </a:p>
        </p:txBody>
      </p:sp>
    </p:spTree>
    <p:extLst>
      <p:ext uri="{BB962C8B-B14F-4D97-AF65-F5344CB8AC3E}">
        <p14:creationId xmlns:p14="http://schemas.microsoft.com/office/powerpoint/2010/main" val="3134293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Таблица">
    <p:spTree>
      <p:nvGrpSpPr>
        <p:cNvPr id="1" name=""/>
        <p:cNvGrpSpPr/>
        <p:nvPr/>
      </p:nvGrpSpPr>
      <p:grpSpPr>
        <a:xfrm>
          <a:off x="0" y="0"/>
          <a:ext cx="0" cy="0"/>
          <a:chOff x="0" y="0"/>
          <a:chExt cx="0" cy="0"/>
        </a:xfrm>
      </p:grpSpPr>
      <p:cxnSp>
        <p:nvCxnSpPr>
          <p:cNvPr id="2" name="Прямая соединительная линия 1">
            <a:extLst>
              <a:ext uri="{FF2B5EF4-FFF2-40B4-BE49-F238E27FC236}">
                <a16:creationId xmlns:a16="http://schemas.microsoft.com/office/drawing/2014/main" id="{B32E1050-6C12-4B39-8715-4D547243926E}"/>
              </a:ext>
              <a:ext uri="{C183D7F6-B498-43B3-948B-1728B52AA6E4}">
                <adec:decorative xmlns:adec="http://schemas.microsoft.com/office/drawing/2017/decorative" val="1"/>
              </a:ext>
            </a:extLst>
          </p:cNvPr>
          <p:cNvCxnSpPr>
            <a:cxnSpLocks/>
          </p:cNvCxnSpPr>
          <p:nvPr userDrawn="1"/>
        </p:nvCxnSpPr>
        <p:spPr>
          <a:xfrm>
            <a:off x="449400" y="16092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Заголовок 1">
            <a:extLst>
              <a:ext uri="{FF2B5EF4-FFF2-40B4-BE49-F238E27FC236}">
                <a16:creationId xmlns:a16="http://schemas.microsoft.com/office/drawing/2014/main" id="{4E513D97-B9A8-4710-A599-E88B1669A73C}"/>
              </a:ext>
            </a:extLst>
          </p:cNvPr>
          <p:cNvSpPr>
            <a:spLocks noGrp="1"/>
          </p:cNvSpPr>
          <p:nvPr>
            <p:ph type="title" hasCustomPrompt="1"/>
          </p:nvPr>
        </p:nvSpPr>
        <p:spPr>
          <a:xfrm>
            <a:off x="437626" y="206916"/>
            <a:ext cx="11311461" cy="1026572"/>
          </a:xfrm>
        </p:spPr>
        <p:txBody>
          <a:bodyPr rtlCol="0" anchor="ctr">
            <a:normAutofit/>
          </a:bodyPr>
          <a:lstStyle>
            <a:lvl1pPr>
              <a:spcBef>
                <a:spcPts val="1000"/>
              </a:spcBef>
              <a:defRPr sz="4400">
                <a:solidFill>
                  <a:schemeClr val="tx1"/>
                </a:solidFill>
                <a:latin typeface="Times New Roman" panose="02020603050405020304" pitchFamily="18" charset="0"/>
              </a:defRPr>
            </a:lvl1pPr>
          </a:lstStyle>
          <a:p>
            <a:pPr rtl="0"/>
            <a:r>
              <a:rPr lang="ru-RU" noProof="0"/>
              <a:t>Заголовок слайда</a:t>
            </a:r>
          </a:p>
        </p:txBody>
      </p:sp>
      <p:sp>
        <p:nvSpPr>
          <p:cNvPr id="10" name="Объект 2">
            <a:extLst>
              <a:ext uri="{FF2B5EF4-FFF2-40B4-BE49-F238E27FC236}">
                <a16:creationId xmlns:a16="http://schemas.microsoft.com/office/drawing/2014/main" id="{8E769319-28CA-4E68-8E19-68C73CD16478}"/>
              </a:ext>
            </a:extLst>
          </p:cNvPr>
          <p:cNvSpPr>
            <a:spLocks noGrp="1"/>
          </p:cNvSpPr>
          <p:nvPr>
            <p:ph sz="quarter" idx="11" hasCustomPrompt="1"/>
          </p:nvPr>
        </p:nvSpPr>
        <p:spPr>
          <a:xfrm>
            <a:off x="436563" y="2210546"/>
            <a:ext cx="11312525" cy="3522363"/>
          </a:xfrm>
        </p:spPr>
        <p:txBody>
          <a:bodyPr rtlCol="0">
            <a:normAutofit/>
          </a:bodyPr>
          <a:lstStyle>
            <a:lvl1pPr marL="1944" indent="0">
              <a:buNone/>
              <a:defRPr sz="1600">
                <a:solidFill>
                  <a:schemeClr val="tx1">
                    <a:alpha val="55000"/>
                  </a:schemeClr>
                </a:solidFill>
              </a:defRPr>
            </a:lvl1pPr>
            <a:lvl2pPr marL="451944" indent="0">
              <a:buNone/>
              <a:defRPr sz="1600">
                <a:solidFill>
                  <a:schemeClr val="tx1">
                    <a:alpha val="55000"/>
                  </a:schemeClr>
                </a:solidFill>
              </a:defRPr>
            </a:lvl2pPr>
            <a:lvl3pPr marL="901944" indent="0">
              <a:buNone/>
              <a:defRPr sz="1600">
                <a:solidFill>
                  <a:schemeClr val="tx1">
                    <a:alpha val="55000"/>
                  </a:schemeClr>
                </a:solidFill>
              </a:defRPr>
            </a:lvl3pPr>
            <a:lvl4pPr marL="1351944" indent="0">
              <a:buNone/>
              <a:defRPr sz="1600">
                <a:solidFill>
                  <a:schemeClr val="tx1">
                    <a:alpha val="55000"/>
                  </a:schemeClr>
                </a:solidFill>
              </a:defRPr>
            </a:lvl4pPr>
            <a:lvl5pPr marL="1801944" indent="0">
              <a:buNone/>
              <a:defRPr sz="1600">
                <a:solidFill>
                  <a:schemeClr val="tx1">
                    <a:alpha val="55000"/>
                  </a:schemeClr>
                </a:solidFill>
              </a:defRPr>
            </a:lvl5pPr>
          </a:lstStyle>
          <a:p>
            <a:pPr lvl="0" rtl="0"/>
            <a:r>
              <a:rPr lang="ru-RU" noProof="0"/>
              <a:t>Щелкните, чтобы добавить содержимое</a:t>
            </a:r>
          </a:p>
        </p:txBody>
      </p:sp>
      <p:sp>
        <p:nvSpPr>
          <p:cNvPr id="3" name="Дата 6">
            <a:extLst>
              <a:ext uri="{FF2B5EF4-FFF2-40B4-BE49-F238E27FC236}">
                <a16:creationId xmlns:a16="http://schemas.microsoft.com/office/drawing/2014/main" id="{7EBC5E34-0C82-438C-B5D6-3C1B0209B2C0}"/>
              </a:ext>
            </a:extLst>
          </p:cNvPr>
          <p:cNvSpPr>
            <a:spLocks noGrp="1"/>
          </p:cNvSpPr>
          <p:nvPr>
            <p:ph type="dt" sz="half" idx="2"/>
          </p:nvPr>
        </p:nvSpPr>
        <p:spPr>
          <a:xfrm>
            <a:off x="442912" y="6152968"/>
            <a:ext cx="3457576" cy="502920"/>
          </a:xfrm>
        </p:spPr>
        <p:txBody>
          <a:bodyPr rtlCol="0"/>
          <a:lstStyle>
            <a:lvl1pPr>
              <a:defRPr/>
            </a:lvl1pPr>
          </a:lstStyle>
          <a:p>
            <a:pPr rtl="0"/>
            <a:r>
              <a:rPr lang="ru-RU" noProof="0"/>
              <a:t>02.02.20ГГ</a:t>
            </a:r>
          </a:p>
        </p:txBody>
      </p:sp>
      <p:sp>
        <p:nvSpPr>
          <p:cNvPr id="4" name="Нижний колонтитул 7">
            <a:extLst>
              <a:ext uri="{FF2B5EF4-FFF2-40B4-BE49-F238E27FC236}">
                <a16:creationId xmlns:a16="http://schemas.microsoft.com/office/drawing/2014/main" id="{0BDEB4F1-6670-45BB-B9CB-C99C1EDB76C9}"/>
              </a:ext>
            </a:extLst>
          </p:cNvPr>
          <p:cNvSpPr>
            <a:spLocks noGrp="1"/>
          </p:cNvSpPr>
          <p:nvPr>
            <p:ph type="ftr" sz="quarter" idx="3"/>
          </p:nvPr>
        </p:nvSpPr>
        <p:spPr>
          <a:xfrm>
            <a:off x="4370832" y="6153912"/>
            <a:ext cx="5397056" cy="502920"/>
          </a:xfrm>
        </p:spPr>
        <p:txBody>
          <a:bodyPr rtlCol="0"/>
          <a:lstStyle>
            <a:lvl1pPr>
              <a:defRPr/>
            </a:lvl1pPr>
          </a:lstStyle>
          <a:p>
            <a:pPr rtl="0"/>
            <a:r>
              <a:rPr lang="ru-RU" noProof="0"/>
              <a:t>ЗАГОЛОВОК ПРЕЗЕНТАЦИИ</a:t>
            </a:r>
          </a:p>
        </p:txBody>
      </p:sp>
      <p:sp>
        <p:nvSpPr>
          <p:cNvPr id="8" name="Номер слайда 11">
            <a:extLst>
              <a:ext uri="{FF2B5EF4-FFF2-40B4-BE49-F238E27FC236}">
                <a16:creationId xmlns:a16="http://schemas.microsoft.com/office/drawing/2014/main" id="{1930349C-8BE0-47EA-B0BA-1F8A839CCB44}"/>
              </a:ext>
            </a:extLst>
          </p:cNvPr>
          <p:cNvSpPr>
            <a:spLocks noGrp="1"/>
          </p:cNvSpPr>
          <p:nvPr>
            <p:ph type="sldNum" sz="quarter" idx="4"/>
          </p:nvPr>
        </p:nvSpPr>
        <p:spPr>
          <a:xfrm>
            <a:off x="11241025" y="6153912"/>
            <a:ext cx="502920" cy="502920"/>
          </a:xfrm>
        </p:spPr>
        <p:txBody>
          <a:bodyPr tIns="180000" bIns="180000" rtlCol="0"/>
          <a:lstStyle>
            <a:lvl1pPr algn="r">
              <a:defRPr/>
            </a:lvl1pPr>
          </a:lstStyle>
          <a:p>
            <a:pPr rtl="0"/>
            <a:fld id="{0D309695-DEC3-40DA-9DF5-330280C9D0E8}" type="slidenum">
              <a:rPr lang="ru-RU" noProof="0" smtClean="0"/>
              <a:pPr/>
              <a:t>‹#›</a:t>
            </a:fld>
            <a:endParaRPr lang="ru-RU" noProof="0"/>
          </a:p>
        </p:txBody>
      </p:sp>
    </p:spTree>
    <p:extLst>
      <p:ext uri="{BB962C8B-B14F-4D97-AF65-F5344CB8AC3E}">
        <p14:creationId xmlns:p14="http://schemas.microsoft.com/office/powerpoint/2010/main" val="1797781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Цитата">
    <p:spTree>
      <p:nvGrpSpPr>
        <p:cNvPr id="1" name=""/>
        <p:cNvGrpSpPr/>
        <p:nvPr/>
      </p:nvGrpSpPr>
      <p:grpSpPr>
        <a:xfrm>
          <a:off x="0" y="0"/>
          <a:ext cx="0" cy="0"/>
          <a:chOff x="0" y="0"/>
          <a:chExt cx="0" cy="0"/>
        </a:xfrm>
      </p:grpSpPr>
      <p:sp>
        <p:nvSpPr>
          <p:cNvPr id="5" name="Рисунок 7">
            <a:extLst>
              <a:ext uri="{FF2B5EF4-FFF2-40B4-BE49-F238E27FC236}">
                <a16:creationId xmlns:a16="http://schemas.microsoft.com/office/drawing/2014/main" id="{5BE7201D-E29D-4C0F-8BDA-C31C7AD21FF9}"/>
              </a:ext>
            </a:extLst>
          </p:cNvPr>
          <p:cNvSpPr>
            <a:spLocks noGrp="1"/>
          </p:cNvSpPr>
          <p:nvPr>
            <p:ph type="pic" sz="quarter" idx="13" hasCustomPrompt="1"/>
          </p:nvPr>
        </p:nvSpPr>
        <p:spPr>
          <a:xfrm>
            <a:off x="0" y="0"/>
            <a:ext cx="12192000" cy="5949950"/>
          </a:xfrm>
          <a:solidFill>
            <a:schemeClr val="accent6">
              <a:lumMod val="40000"/>
              <a:lumOff val="60000"/>
            </a:schemeClr>
          </a:solidFill>
        </p:spPr>
        <p:txBody>
          <a:bodyPr rtlCol="0" anchor="ctr"/>
          <a:lstStyle>
            <a:lvl1pPr marL="1944" indent="0" algn="ctr">
              <a:buNone/>
              <a:defRPr/>
            </a:lvl1pPr>
          </a:lstStyle>
          <a:p>
            <a:pPr rtl="0"/>
            <a:r>
              <a:rPr lang="ru-RU" noProof="0"/>
              <a:t>Вставьте здесь фото</a:t>
            </a:r>
          </a:p>
        </p:txBody>
      </p:sp>
      <p:sp>
        <p:nvSpPr>
          <p:cNvPr id="6" name="Заголовок 5">
            <a:extLst>
              <a:ext uri="{FF2B5EF4-FFF2-40B4-BE49-F238E27FC236}">
                <a16:creationId xmlns:a16="http://schemas.microsoft.com/office/drawing/2014/main" id="{5D76D068-9B81-43EB-8EF6-14A14B932F04}"/>
              </a:ext>
            </a:extLst>
          </p:cNvPr>
          <p:cNvSpPr>
            <a:spLocks noGrp="1"/>
          </p:cNvSpPr>
          <p:nvPr>
            <p:ph type="title"/>
          </p:nvPr>
        </p:nvSpPr>
        <p:spPr>
          <a:xfrm>
            <a:off x="6435830" y="388800"/>
            <a:ext cx="5314209" cy="4293732"/>
          </a:xfrm>
        </p:spPr>
        <p:txBody>
          <a:bodyPr rtlCol="0" anchor="t">
            <a:normAutofit/>
          </a:bodyPr>
          <a:lstStyle>
            <a:lvl1pPr algn="r">
              <a:lnSpc>
                <a:spcPct val="140000"/>
              </a:lnSpc>
              <a:spcBef>
                <a:spcPts val="1000"/>
              </a:spcBef>
              <a:defRPr sz="4800">
                <a:solidFill>
                  <a:schemeClr val="accent4"/>
                </a:solidFill>
                <a:latin typeface="Times New Roman" panose="02020603050405020304" pitchFamily="18" charset="0"/>
              </a:defRPr>
            </a:lvl1pPr>
          </a:lstStyle>
          <a:p>
            <a:pPr rtl="0"/>
            <a:r>
              <a:rPr lang="ru-RU" noProof="0"/>
              <a:t>Образец заголовка</a:t>
            </a:r>
          </a:p>
        </p:txBody>
      </p:sp>
      <p:sp>
        <p:nvSpPr>
          <p:cNvPr id="13" name="Текст 9">
            <a:extLst>
              <a:ext uri="{FF2B5EF4-FFF2-40B4-BE49-F238E27FC236}">
                <a16:creationId xmlns:a16="http://schemas.microsoft.com/office/drawing/2014/main" id="{86ACD1FC-2042-4BBF-A15C-4CF09BE6FA72}"/>
              </a:ext>
            </a:extLst>
          </p:cNvPr>
          <p:cNvSpPr>
            <a:spLocks noGrp="1"/>
          </p:cNvSpPr>
          <p:nvPr>
            <p:ph type="body" sz="quarter" idx="17" hasCustomPrompt="1"/>
          </p:nvPr>
        </p:nvSpPr>
        <p:spPr>
          <a:xfrm>
            <a:off x="6435831" y="4787752"/>
            <a:ext cx="5313255" cy="882039"/>
          </a:xfrm>
        </p:spPr>
        <p:txBody>
          <a:bodyPr rtlCol="0">
            <a:normAutofit/>
          </a:bodyPr>
          <a:lstStyle>
            <a:lvl1pPr marL="1944" indent="0" algn="r">
              <a:buNone/>
              <a:defRPr sz="2400" i="0">
                <a:solidFill>
                  <a:schemeClr val="accent4">
                    <a:alpha val="55000"/>
                  </a:schemeClr>
                </a:solidFill>
                <a:latin typeface="+mn-lt"/>
              </a:defRPr>
            </a:lvl1pPr>
          </a:lstStyle>
          <a:p>
            <a:pPr lvl="0" rtl="0"/>
            <a:r>
              <a:rPr lang="ru-RU" noProof="0"/>
              <a:t>Подзаголовок слайда</a:t>
            </a:r>
          </a:p>
        </p:txBody>
      </p:sp>
      <p:sp>
        <p:nvSpPr>
          <p:cNvPr id="2" name="Дата 3">
            <a:extLst>
              <a:ext uri="{FF2B5EF4-FFF2-40B4-BE49-F238E27FC236}">
                <a16:creationId xmlns:a16="http://schemas.microsoft.com/office/drawing/2014/main" id="{395F5207-FD4F-4EA3-B90A-38946525CC4C}"/>
              </a:ext>
            </a:extLst>
          </p:cNvPr>
          <p:cNvSpPr>
            <a:spLocks noGrp="1"/>
          </p:cNvSpPr>
          <p:nvPr>
            <p:ph type="dt" sz="half" idx="10"/>
          </p:nvPr>
        </p:nvSpPr>
        <p:spPr>
          <a:xfrm>
            <a:off x="438912" y="6153912"/>
            <a:ext cx="3456432" cy="502920"/>
          </a:xfrm>
        </p:spPr>
        <p:txBody>
          <a:bodyPr rtlCol="0"/>
          <a:lstStyle>
            <a:lvl1pPr>
              <a:defRPr/>
            </a:lvl1pPr>
          </a:lstStyle>
          <a:p>
            <a:pPr rtl="0"/>
            <a:r>
              <a:rPr lang="ru-RU" noProof="0"/>
              <a:t>02.02.20ГГ</a:t>
            </a:r>
          </a:p>
        </p:txBody>
      </p:sp>
      <p:sp>
        <p:nvSpPr>
          <p:cNvPr id="3" name="Нижний колонтитул 4">
            <a:extLst>
              <a:ext uri="{FF2B5EF4-FFF2-40B4-BE49-F238E27FC236}">
                <a16:creationId xmlns:a16="http://schemas.microsoft.com/office/drawing/2014/main" id="{1B85A082-D2CF-4D9E-8B9A-4A4EC2FBF61D}"/>
              </a:ext>
            </a:extLst>
          </p:cNvPr>
          <p:cNvSpPr>
            <a:spLocks noGrp="1"/>
          </p:cNvSpPr>
          <p:nvPr>
            <p:ph type="ftr" sz="quarter" idx="11"/>
          </p:nvPr>
        </p:nvSpPr>
        <p:spPr>
          <a:xfrm>
            <a:off x="4370832" y="6153912"/>
            <a:ext cx="5397056" cy="502920"/>
          </a:xfrm>
        </p:spPr>
        <p:txBody>
          <a:bodyPr rtlCol="0"/>
          <a:lstStyle>
            <a:lvl1pPr>
              <a:defRPr/>
            </a:lvl1pPr>
          </a:lstStyle>
          <a:p>
            <a:pPr rtl="0"/>
            <a:r>
              <a:rPr lang="ru-RU" noProof="0"/>
              <a:t>ЗАГОЛОВОК ПРЕЗЕНТАЦИИ</a:t>
            </a:r>
          </a:p>
        </p:txBody>
      </p:sp>
      <p:sp>
        <p:nvSpPr>
          <p:cNvPr id="9" name="Номер слайда 11">
            <a:extLst>
              <a:ext uri="{FF2B5EF4-FFF2-40B4-BE49-F238E27FC236}">
                <a16:creationId xmlns:a16="http://schemas.microsoft.com/office/drawing/2014/main" id="{516C575C-EAC2-426D-8F27-9F19CCC0B951}"/>
              </a:ext>
            </a:extLst>
          </p:cNvPr>
          <p:cNvSpPr>
            <a:spLocks noGrp="1"/>
          </p:cNvSpPr>
          <p:nvPr>
            <p:ph type="sldNum" sz="quarter" idx="4"/>
          </p:nvPr>
        </p:nvSpPr>
        <p:spPr>
          <a:xfrm>
            <a:off x="11241025" y="6153912"/>
            <a:ext cx="502920" cy="502920"/>
          </a:xfrm>
        </p:spPr>
        <p:txBody>
          <a:bodyPr tIns="180000" bIns="180000" rtlCol="0"/>
          <a:lstStyle>
            <a:lvl1pPr algn="r">
              <a:defRPr/>
            </a:lvl1pPr>
          </a:lstStyle>
          <a:p>
            <a:pPr rtl="0"/>
            <a:fld id="{0D309695-DEC3-40DA-9DF5-330280C9D0E8}" type="slidenum">
              <a:rPr lang="ru-RU" noProof="0" smtClean="0"/>
              <a:pPr/>
              <a:t>‹#›</a:t>
            </a:fld>
            <a:endParaRPr lang="ru-RU" noProof="0"/>
          </a:p>
        </p:txBody>
      </p:sp>
    </p:spTree>
    <p:extLst>
      <p:ext uri="{BB962C8B-B14F-4D97-AF65-F5344CB8AC3E}">
        <p14:creationId xmlns:p14="http://schemas.microsoft.com/office/powerpoint/2010/main" val="3604929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Команда">
    <p:spTree>
      <p:nvGrpSpPr>
        <p:cNvPr id="1" name=""/>
        <p:cNvGrpSpPr/>
        <p:nvPr/>
      </p:nvGrpSpPr>
      <p:grpSpPr>
        <a:xfrm>
          <a:off x="0" y="0"/>
          <a:ext cx="0" cy="0"/>
          <a:chOff x="0" y="0"/>
          <a:chExt cx="0" cy="0"/>
        </a:xfrm>
      </p:grpSpPr>
      <p:sp>
        <p:nvSpPr>
          <p:cNvPr id="3" name="Заголовок 1">
            <a:extLst>
              <a:ext uri="{FF2B5EF4-FFF2-40B4-BE49-F238E27FC236}">
                <a16:creationId xmlns:a16="http://schemas.microsoft.com/office/drawing/2014/main" id="{99800939-EE62-4A6F-8369-E0A2225C9ABA}"/>
              </a:ext>
            </a:extLst>
          </p:cNvPr>
          <p:cNvSpPr>
            <a:spLocks noGrp="1"/>
          </p:cNvSpPr>
          <p:nvPr>
            <p:ph type="title"/>
          </p:nvPr>
        </p:nvSpPr>
        <p:spPr>
          <a:xfrm>
            <a:off x="448056" y="388799"/>
            <a:ext cx="2854800" cy="5965199"/>
          </a:xfrm>
        </p:spPr>
        <p:txBody>
          <a:bodyPr rtlCol="0">
            <a:normAutofit/>
          </a:bodyPr>
          <a:lstStyle>
            <a:lvl1pPr>
              <a:defRPr sz="4400">
                <a:latin typeface="Times New Roman" panose="02020603050405020304" pitchFamily="18" charset="0"/>
              </a:defRPr>
            </a:lvl1pPr>
          </a:lstStyle>
          <a:p>
            <a:pPr rtl="0"/>
            <a:r>
              <a:rPr lang="ru-RU" noProof="0"/>
              <a:t>Образец заголовка</a:t>
            </a:r>
          </a:p>
        </p:txBody>
      </p:sp>
      <p:cxnSp>
        <p:nvCxnSpPr>
          <p:cNvPr id="4" name="Прямая соединительная линия 3">
            <a:extLst>
              <a:ext uri="{FF2B5EF4-FFF2-40B4-BE49-F238E27FC236}">
                <a16:creationId xmlns:a16="http://schemas.microsoft.com/office/drawing/2014/main" id="{88AD8766-64D5-4907-9387-55556E06B6B7}"/>
              </a:ext>
              <a:ext uri="{C183D7F6-B498-43B3-948B-1728B52AA6E4}">
                <adec:decorative xmlns:adec="http://schemas.microsoft.com/office/drawing/2017/decorative" val="1"/>
              </a:ext>
            </a:extLst>
          </p:cNvPr>
          <p:cNvCxnSpPr/>
          <p:nvPr userDrawn="1"/>
        </p:nvCxnSpPr>
        <p:spPr>
          <a:xfrm>
            <a:off x="3744000" y="450000"/>
            <a:ext cx="0" cy="5965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Объект 2">
            <a:extLst>
              <a:ext uri="{FF2B5EF4-FFF2-40B4-BE49-F238E27FC236}">
                <a16:creationId xmlns:a16="http://schemas.microsoft.com/office/drawing/2014/main" id="{356A4E20-3710-4756-B5AA-0D9A3C386789}"/>
              </a:ext>
            </a:extLst>
          </p:cNvPr>
          <p:cNvSpPr>
            <a:spLocks noGrp="1"/>
          </p:cNvSpPr>
          <p:nvPr>
            <p:ph sz="quarter" idx="11" hasCustomPrompt="1"/>
          </p:nvPr>
        </p:nvSpPr>
        <p:spPr>
          <a:xfrm>
            <a:off x="4554400" y="386634"/>
            <a:ext cx="6269984" cy="6084732"/>
          </a:xfrm>
        </p:spPr>
        <p:txBody>
          <a:bodyPr rtlCol="0">
            <a:normAutofit/>
          </a:bodyPr>
          <a:lstStyle>
            <a:lvl1pPr marL="1944" indent="0">
              <a:buNone/>
              <a:defRPr sz="1600">
                <a:solidFill>
                  <a:schemeClr val="tx1">
                    <a:alpha val="55000"/>
                  </a:schemeClr>
                </a:solidFill>
              </a:defRPr>
            </a:lvl1pPr>
            <a:lvl2pPr marL="451944" indent="0">
              <a:buNone/>
              <a:defRPr sz="1600">
                <a:solidFill>
                  <a:schemeClr val="tx1">
                    <a:alpha val="55000"/>
                  </a:schemeClr>
                </a:solidFill>
              </a:defRPr>
            </a:lvl2pPr>
            <a:lvl3pPr marL="901944" indent="0">
              <a:buNone/>
              <a:defRPr sz="1600">
                <a:solidFill>
                  <a:schemeClr val="tx1">
                    <a:alpha val="55000"/>
                  </a:schemeClr>
                </a:solidFill>
              </a:defRPr>
            </a:lvl3pPr>
            <a:lvl4pPr marL="1351944" indent="0">
              <a:buNone/>
              <a:defRPr sz="1600">
                <a:solidFill>
                  <a:schemeClr val="tx1">
                    <a:alpha val="55000"/>
                  </a:schemeClr>
                </a:solidFill>
              </a:defRPr>
            </a:lvl4pPr>
            <a:lvl5pPr marL="1801944" indent="0">
              <a:buNone/>
              <a:defRPr sz="1600">
                <a:solidFill>
                  <a:schemeClr val="tx1">
                    <a:alpha val="55000"/>
                  </a:schemeClr>
                </a:solidFill>
              </a:defRPr>
            </a:lvl5pPr>
          </a:lstStyle>
          <a:p>
            <a:pPr lvl="0" rtl="0"/>
            <a:r>
              <a:rPr lang="ru-RU" noProof="0"/>
              <a:t>Щелкните, чтобы добавить содержимое</a:t>
            </a:r>
          </a:p>
        </p:txBody>
      </p:sp>
      <p:sp>
        <p:nvSpPr>
          <p:cNvPr id="11" name="Дата 9">
            <a:extLst>
              <a:ext uri="{FF2B5EF4-FFF2-40B4-BE49-F238E27FC236}">
                <a16:creationId xmlns:a16="http://schemas.microsoft.com/office/drawing/2014/main" id="{90ACCA35-D6BC-4204-B1A6-C9F022F5F3A2}"/>
              </a:ext>
            </a:extLst>
          </p:cNvPr>
          <p:cNvSpPr>
            <a:spLocks noGrp="1"/>
          </p:cNvSpPr>
          <p:nvPr>
            <p:ph type="dt" sz="half" idx="2"/>
          </p:nvPr>
        </p:nvSpPr>
        <p:spPr>
          <a:xfrm rot="5400000">
            <a:off x="10299675" y="1584976"/>
            <a:ext cx="2772000" cy="502920"/>
          </a:xfrm>
        </p:spPr>
        <p:txBody>
          <a:bodyPr tIns="180000" rIns="180000" bIns="180000" rtlCol="0"/>
          <a:lstStyle>
            <a:lvl1pPr>
              <a:defRPr/>
            </a:lvl1pPr>
          </a:lstStyle>
          <a:p>
            <a:pPr rtl="0"/>
            <a:r>
              <a:rPr lang="ru-RU" noProof="0"/>
              <a:t>02.02.20ГГ</a:t>
            </a:r>
          </a:p>
        </p:txBody>
      </p:sp>
      <p:sp>
        <p:nvSpPr>
          <p:cNvPr id="12" name="Нижний колонтитул 10">
            <a:extLst>
              <a:ext uri="{FF2B5EF4-FFF2-40B4-BE49-F238E27FC236}">
                <a16:creationId xmlns:a16="http://schemas.microsoft.com/office/drawing/2014/main" id="{6B393FEE-25D9-48C7-B753-BE4F3F53B75B}"/>
              </a:ext>
            </a:extLst>
          </p:cNvPr>
          <p:cNvSpPr>
            <a:spLocks noGrp="1"/>
          </p:cNvSpPr>
          <p:nvPr>
            <p:ph type="ftr" sz="quarter" idx="3"/>
          </p:nvPr>
        </p:nvSpPr>
        <p:spPr>
          <a:xfrm rot="5400000">
            <a:off x="10216875" y="4439775"/>
            <a:ext cx="2937600" cy="502920"/>
          </a:xfrm>
        </p:spPr>
        <p:txBody>
          <a:bodyPr tIns="180000" rIns="180000" bIns="180000" rtlCol="0"/>
          <a:lstStyle/>
          <a:p>
            <a:pPr rtl="0"/>
            <a:r>
              <a:rPr lang="ru-RU" spc="200" noProof="0"/>
              <a:t>ЗАГОЛОВОК ПРЕЗЕНТАЦИИ</a:t>
            </a:r>
          </a:p>
        </p:txBody>
      </p:sp>
      <p:sp>
        <p:nvSpPr>
          <p:cNvPr id="13" name="Номер слайда 11">
            <a:extLst>
              <a:ext uri="{FF2B5EF4-FFF2-40B4-BE49-F238E27FC236}">
                <a16:creationId xmlns:a16="http://schemas.microsoft.com/office/drawing/2014/main" id="{6BB8704D-5CE8-4D94-A969-93FD48205583}"/>
              </a:ext>
            </a:extLst>
          </p:cNvPr>
          <p:cNvSpPr>
            <a:spLocks noGrp="1"/>
          </p:cNvSpPr>
          <p:nvPr>
            <p:ph type="sldNum" sz="quarter" idx="4"/>
          </p:nvPr>
        </p:nvSpPr>
        <p:spPr>
          <a:xfrm>
            <a:off x="11241025" y="6153912"/>
            <a:ext cx="502920" cy="502920"/>
          </a:xfrm>
        </p:spPr>
        <p:txBody>
          <a:bodyPr tIns="180000" bIns="180000" rtlCol="0"/>
          <a:lstStyle>
            <a:lvl1pPr algn="r">
              <a:defRPr/>
            </a:lvl1pPr>
          </a:lstStyle>
          <a:p>
            <a:pPr rtl="0"/>
            <a:fld id="{0D309695-DEC3-40DA-9DF5-330280C9D0E8}" type="slidenum">
              <a:rPr lang="ru-RU" noProof="0" smtClean="0"/>
              <a:pPr/>
              <a:t>‹#›</a:t>
            </a:fld>
            <a:endParaRPr lang="ru-RU" noProof="0"/>
          </a:p>
        </p:txBody>
      </p:sp>
    </p:spTree>
    <p:extLst>
      <p:ext uri="{BB962C8B-B14F-4D97-AF65-F5344CB8AC3E}">
        <p14:creationId xmlns:p14="http://schemas.microsoft.com/office/powerpoint/2010/main" val="4084229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Временная шка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90EC6A-9526-4F5D-831C-D05B6D208E91}"/>
              </a:ext>
            </a:extLst>
          </p:cNvPr>
          <p:cNvSpPr>
            <a:spLocks noGrp="1"/>
          </p:cNvSpPr>
          <p:nvPr>
            <p:ph type="title"/>
          </p:nvPr>
        </p:nvSpPr>
        <p:spPr>
          <a:xfrm>
            <a:off x="448056" y="388800"/>
            <a:ext cx="2854800" cy="5965200"/>
          </a:xfrm>
        </p:spPr>
        <p:txBody>
          <a:bodyPr rtlCol="0">
            <a:normAutofit/>
          </a:bodyPr>
          <a:lstStyle>
            <a:lvl1pPr>
              <a:defRPr sz="4400">
                <a:latin typeface="Times New Roman" panose="02020603050405020304" pitchFamily="18" charset="0"/>
              </a:defRPr>
            </a:lvl1pPr>
          </a:lstStyle>
          <a:p>
            <a:pPr rtl="0"/>
            <a:r>
              <a:rPr lang="ru-RU" noProof="0"/>
              <a:t>Образец заголовка</a:t>
            </a:r>
          </a:p>
        </p:txBody>
      </p:sp>
      <p:cxnSp>
        <p:nvCxnSpPr>
          <p:cNvPr id="3" name="Прямая соединительная линия 2">
            <a:extLst>
              <a:ext uri="{FF2B5EF4-FFF2-40B4-BE49-F238E27FC236}">
                <a16:creationId xmlns:a16="http://schemas.microsoft.com/office/drawing/2014/main" id="{2DBA2A15-3A0D-4FF2-946D-1A226AB2012C}"/>
              </a:ext>
              <a:ext uri="{C183D7F6-B498-43B3-948B-1728B52AA6E4}">
                <adec:decorative xmlns:adec="http://schemas.microsoft.com/office/drawing/2017/decorative" val="1"/>
              </a:ext>
            </a:extLst>
          </p:cNvPr>
          <p:cNvCxnSpPr/>
          <p:nvPr userDrawn="1"/>
        </p:nvCxnSpPr>
        <p:spPr>
          <a:xfrm>
            <a:off x="3744000" y="450000"/>
            <a:ext cx="0" cy="5965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8" name="Объект 2">
            <a:extLst>
              <a:ext uri="{FF2B5EF4-FFF2-40B4-BE49-F238E27FC236}">
                <a16:creationId xmlns:a16="http://schemas.microsoft.com/office/drawing/2014/main" id="{3AD23B8B-A425-4CDA-8B08-F225F1A56BBC}"/>
              </a:ext>
            </a:extLst>
          </p:cNvPr>
          <p:cNvSpPr>
            <a:spLocks noGrp="1"/>
          </p:cNvSpPr>
          <p:nvPr>
            <p:ph sz="quarter" idx="11" hasCustomPrompt="1"/>
          </p:nvPr>
        </p:nvSpPr>
        <p:spPr>
          <a:xfrm>
            <a:off x="4171837" y="555337"/>
            <a:ext cx="6923815" cy="5747326"/>
          </a:xfrm>
        </p:spPr>
        <p:txBody>
          <a:bodyPr rtlCol="0">
            <a:normAutofit/>
          </a:bodyPr>
          <a:lstStyle>
            <a:lvl1pPr marL="1944" indent="0">
              <a:buNone/>
              <a:defRPr sz="1600">
                <a:solidFill>
                  <a:schemeClr val="tx1">
                    <a:alpha val="55000"/>
                  </a:schemeClr>
                </a:solidFill>
              </a:defRPr>
            </a:lvl1pPr>
            <a:lvl2pPr marL="451944" indent="0">
              <a:buNone/>
              <a:defRPr sz="1600">
                <a:solidFill>
                  <a:schemeClr val="tx1">
                    <a:alpha val="55000"/>
                  </a:schemeClr>
                </a:solidFill>
              </a:defRPr>
            </a:lvl2pPr>
            <a:lvl3pPr marL="901944" indent="0">
              <a:buNone/>
              <a:defRPr sz="1600">
                <a:solidFill>
                  <a:schemeClr val="tx1">
                    <a:alpha val="55000"/>
                  </a:schemeClr>
                </a:solidFill>
              </a:defRPr>
            </a:lvl3pPr>
            <a:lvl4pPr marL="1351944" indent="0">
              <a:buNone/>
              <a:defRPr sz="1600">
                <a:solidFill>
                  <a:schemeClr val="tx1">
                    <a:alpha val="55000"/>
                  </a:schemeClr>
                </a:solidFill>
              </a:defRPr>
            </a:lvl4pPr>
            <a:lvl5pPr marL="1801944" indent="0">
              <a:buNone/>
              <a:defRPr sz="1600">
                <a:solidFill>
                  <a:schemeClr val="tx1">
                    <a:alpha val="55000"/>
                  </a:schemeClr>
                </a:solidFill>
              </a:defRPr>
            </a:lvl5pPr>
          </a:lstStyle>
          <a:p>
            <a:pPr lvl="0" rtl="0"/>
            <a:r>
              <a:rPr lang="ru-RU" noProof="0"/>
              <a:t>Щелкните, чтобы добавить содержимое</a:t>
            </a:r>
          </a:p>
        </p:txBody>
      </p:sp>
      <p:sp>
        <p:nvSpPr>
          <p:cNvPr id="12" name="Дата 9">
            <a:extLst>
              <a:ext uri="{FF2B5EF4-FFF2-40B4-BE49-F238E27FC236}">
                <a16:creationId xmlns:a16="http://schemas.microsoft.com/office/drawing/2014/main" id="{148B844A-8E38-4D22-9A7F-A95D22C1EDBC}"/>
              </a:ext>
            </a:extLst>
          </p:cNvPr>
          <p:cNvSpPr>
            <a:spLocks noGrp="1"/>
          </p:cNvSpPr>
          <p:nvPr>
            <p:ph type="dt" sz="half" idx="2"/>
          </p:nvPr>
        </p:nvSpPr>
        <p:spPr>
          <a:xfrm rot="5400000">
            <a:off x="10299675" y="1584976"/>
            <a:ext cx="2772000" cy="502920"/>
          </a:xfrm>
        </p:spPr>
        <p:txBody>
          <a:bodyPr tIns="180000" rIns="180000" bIns="180000" rtlCol="0"/>
          <a:lstStyle>
            <a:lvl1pPr>
              <a:defRPr/>
            </a:lvl1pPr>
          </a:lstStyle>
          <a:p>
            <a:pPr rtl="0"/>
            <a:r>
              <a:rPr lang="ru-RU" noProof="0"/>
              <a:t>02.02.20ГГ</a:t>
            </a:r>
          </a:p>
        </p:txBody>
      </p:sp>
      <p:sp>
        <p:nvSpPr>
          <p:cNvPr id="13" name="Нижний колонтитул 10">
            <a:extLst>
              <a:ext uri="{FF2B5EF4-FFF2-40B4-BE49-F238E27FC236}">
                <a16:creationId xmlns:a16="http://schemas.microsoft.com/office/drawing/2014/main" id="{9EE6E96B-321F-4070-8AB9-69F8498B1731}"/>
              </a:ext>
            </a:extLst>
          </p:cNvPr>
          <p:cNvSpPr>
            <a:spLocks noGrp="1"/>
          </p:cNvSpPr>
          <p:nvPr>
            <p:ph type="ftr" sz="quarter" idx="3"/>
          </p:nvPr>
        </p:nvSpPr>
        <p:spPr>
          <a:xfrm rot="5400000">
            <a:off x="10216875" y="4439775"/>
            <a:ext cx="2937600" cy="502920"/>
          </a:xfrm>
        </p:spPr>
        <p:txBody>
          <a:bodyPr tIns="180000" rIns="180000" bIns="180000" rtlCol="0"/>
          <a:lstStyle/>
          <a:p>
            <a:pPr rtl="0"/>
            <a:r>
              <a:rPr lang="ru-RU" spc="200" noProof="0"/>
              <a:t>ЗАГОЛОВОК ПРЕЗЕНТАЦИИ</a:t>
            </a:r>
          </a:p>
        </p:txBody>
      </p:sp>
      <p:sp>
        <p:nvSpPr>
          <p:cNvPr id="15" name="Номер слайда 11">
            <a:extLst>
              <a:ext uri="{FF2B5EF4-FFF2-40B4-BE49-F238E27FC236}">
                <a16:creationId xmlns:a16="http://schemas.microsoft.com/office/drawing/2014/main" id="{B6CC3AFC-1429-49C6-B3ED-9B5C629A5260}"/>
              </a:ext>
            </a:extLst>
          </p:cNvPr>
          <p:cNvSpPr>
            <a:spLocks noGrp="1"/>
          </p:cNvSpPr>
          <p:nvPr>
            <p:ph type="sldNum" sz="quarter" idx="4"/>
          </p:nvPr>
        </p:nvSpPr>
        <p:spPr>
          <a:xfrm>
            <a:off x="11241025" y="6153912"/>
            <a:ext cx="502920" cy="502920"/>
          </a:xfrm>
        </p:spPr>
        <p:txBody>
          <a:bodyPr tIns="180000" bIns="180000" rtlCol="0"/>
          <a:lstStyle>
            <a:lvl1pPr algn="r">
              <a:defRPr/>
            </a:lvl1pPr>
          </a:lstStyle>
          <a:p>
            <a:pPr rtl="0"/>
            <a:fld id="{0D309695-DEC3-40DA-9DF5-330280C9D0E8}" type="slidenum">
              <a:rPr lang="ru-RU" noProof="0" smtClean="0"/>
              <a:pPr/>
              <a:t>‹#›</a:t>
            </a:fld>
            <a:endParaRPr lang="ru-RU" noProof="0"/>
          </a:p>
        </p:txBody>
      </p:sp>
    </p:spTree>
    <p:extLst>
      <p:ext uri="{BB962C8B-B14F-4D97-AF65-F5344CB8AC3E}">
        <p14:creationId xmlns:p14="http://schemas.microsoft.com/office/powerpoint/2010/main" val="1368967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Содержимое с 2 столбцами">
    <p:spTree>
      <p:nvGrpSpPr>
        <p:cNvPr id="1" name=""/>
        <p:cNvGrpSpPr/>
        <p:nvPr/>
      </p:nvGrpSpPr>
      <p:grpSpPr>
        <a:xfrm>
          <a:off x="0" y="0"/>
          <a:ext cx="0" cy="0"/>
          <a:chOff x="0" y="0"/>
          <a:chExt cx="0" cy="0"/>
        </a:xfrm>
      </p:grpSpPr>
      <p:cxnSp>
        <p:nvCxnSpPr>
          <p:cNvPr id="4" name="Прямая соединительная линия 3">
            <a:extLst>
              <a:ext uri="{FF2B5EF4-FFF2-40B4-BE49-F238E27FC236}">
                <a16:creationId xmlns:a16="http://schemas.microsoft.com/office/drawing/2014/main" id="{1B910F38-F46F-4019-9892-577986F9591C}"/>
              </a:ext>
              <a:ext uri="{C183D7F6-B498-43B3-948B-1728B52AA6E4}">
                <adec:decorative xmlns:adec="http://schemas.microsoft.com/office/drawing/2017/decorative" val="1"/>
              </a:ext>
            </a:extLst>
          </p:cNvPr>
          <p:cNvCxnSpPr>
            <a:cxnSpLocks/>
          </p:cNvCxnSpPr>
          <p:nvPr userDrawn="1"/>
        </p:nvCxnSpPr>
        <p:spPr>
          <a:xfrm>
            <a:off x="450000" y="1609200"/>
            <a:ext cx="113004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Заголовок 1">
            <a:extLst>
              <a:ext uri="{FF2B5EF4-FFF2-40B4-BE49-F238E27FC236}">
                <a16:creationId xmlns:a16="http://schemas.microsoft.com/office/drawing/2014/main" id="{3A88BA19-45C7-493D-8685-D06EBEFD2DBC}"/>
              </a:ext>
            </a:extLst>
          </p:cNvPr>
          <p:cNvSpPr>
            <a:spLocks noGrp="1"/>
          </p:cNvSpPr>
          <p:nvPr>
            <p:ph type="title" hasCustomPrompt="1"/>
          </p:nvPr>
        </p:nvSpPr>
        <p:spPr>
          <a:xfrm>
            <a:off x="448798" y="380872"/>
            <a:ext cx="11300290" cy="1026572"/>
          </a:xfrm>
        </p:spPr>
        <p:txBody>
          <a:bodyPr rtlCol="0" anchor="ctr">
            <a:normAutofit/>
          </a:bodyPr>
          <a:lstStyle>
            <a:lvl1pPr>
              <a:spcBef>
                <a:spcPts val="1000"/>
              </a:spcBef>
              <a:defRPr sz="4400">
                <a:solidFill>
                  <a:schemeClr val="tx1"/>
                </a:solidFill>
                <a:latin typeface="Times New Roman" panose="02020603050405020304" pitchFamily="18" charset="0"/>
              </a:defRPr>
            </a:lvl1pPr>
          </a:lstStyle>
          <a:p>
            <a:pPr rtl="0"/>
            <a:r>
              <a:rPr lang="ru-RU" noProof="0"/>
              <a:t>Заголовок слайда</a:t>
            </a:r>
          </a:p>
        </p:txBody>
      </p:sp>
      <p:sp>
        <p:nvSpPr>
          <p:cNvPr id="11" name="Текст 10">
            <a:extLst>
              <a:ext uri="{FF2B5EF4-FFF2-40B4-BE49-F238E27FC236}">
                <a16:creationId xmlns:a16="http://schemas.microsoft.com/office/drawing/2014/main" id="{D0F824DF-992F-4E18-9BC2-56F1D60AF53B}"/>
              </a:ext>
            </a:extLst>
          </p:cNvPr>
          <p:cNvSpPr>
            <a:spLocks noGrp="1"/>
          </p:cNvSpPr>
          <p:nvPr>
            <p:ph type="body" sz="quarter" idx="10" hasCustomPrompt="1"/>
          </p:nvPr>
        </p:nvSpPr>
        <p:spPr>
          <a:xfrm>
            <a:off x="1289837" y="1941031"/>
            <a:ext cx="4632053" cy="869888"/>
          </a:xfrm>
        </p:spPr>
        <p:txBody>
          <a:bodyPr rtlCol="0">
            <a:normAutofit/>
          </a:bodyPr>
          <a:lstStyle>
            <a:lvl1pPr marL="1944" indent="0">
              <a:buNone/>
              <a:defRPr sz="2400">
                <a:solidFill>
                  <a:schemeClr val="accent1"/>
                </a:solidFill>
                <a:latin typeface="Times New Roman" panose="02020603050405020304" pitchFamily="18" charset="0"/>
              </a:defRPr>
            </a:lvl1pPr>
          </a:lstStyle>
          <a:p>
            <a:pPr lvl="0" rtl="0"/>
            <a:r>
              <a:rPr lang="ru-RU" noProof="0" dirty="0"/>
              <a:t>Щелкните, чтобы вставить подзаголовок</a:t>
            </a:r>
          </a:p>
        </p:txBody>
      </p:sp>
      <p:sp>
        <p:nvSpPr>
          <p:cNvPr id="13" name="Текст 12">
            <a:extLst>
              <a:ext uri="{FF2B5EF4-FFF2-40B4-BE49-F238E27FC236}">
                <a16:creationId xmlns:a16="http://schemas.microsoft.com/office/drawing/2014/main" id="{CA14A543-CB0B-4FE3-82CE-0C8B0F6F6DD6}"/>
              </a:ext>
            </a:extLst>
          </p:cNvPr>
          <p:cNvSpPr>
            <a:spLocks noGrp="1"/>
          </p:cNvSpPr>
          <p:nvPr>
            <p:ph type="body" sz="quarter" idx="11" hasCustomPrompt="1"/>
          </p:nvPr>
        </p:nvSpPr>
        <p:spPr>
          <a:xfrm>
            <a:off x="1287987" y="2837529"/>
            <a:ext cx="4633419" cy="2547938"/>
          </a:xfrm>
        </p:spPr>
        <p:txBody>
          <a:bodyPr rtlCol="0"/>
          <a:lstStyle>
            <a:lvl1pPr>
              <a:lnSpc>
                <a:spcPct val="100000"/>
              </a:lnSpc>
              <a:buClr>
                <a:schemeClr val="tx2"/>
              </a:buClr>
              <a:defRPr>
                <a:solidFill>
                  <a:schemeClr val="tx2">
                    <a:alpha val="46000"/>
                  </a:schemeClr>
                </a:solidFill>
              </a:defRPr>
            </a:lvl1pPr>
          </a:lstStyle>
          <a:p>
            <a:pPr lvl="0" rtl="0"/>
            <a:r>
              <a:rPr lang="ru-RU" noProof="0"/>
              <a:t>Щелкните, чтобы добавить здесь текст</a:t>
            </a:r>
          </a:p>
        </p:txBody>
      </p:sp>
      <p:sp>
        <p:nvSpPr>
          <p:cNvPr id="18" name="Текст 10">
            <a:extLst>
              <a:ext uri="{FF2B5EF4-FFF2-40B4-BE49-F238E27FC236}">
                <a16:creationId xmlns:a16="http://schemas.microsoft.com/office/drawing/2014/main" id="{B6B6DB95-B3AD-4954-8725-DCAA8F716A99}"/>
              </a:ext>
            </a:extLst>
          </p:cNvPr>
          <p:cNvSpPr>
            <a:spLocks noGrp="1"/>
          </p:cNvSpPr>
          <p:nvPr>
            <p:ph type="body" sz="quarter" idx="12" hasCustomPrompt="1"/>
          </p:nvPr>
        </p:nvSpPr>
        <p:spPr>
          <a:xfrm>
            <a:off x="6262812" y="1941031"/>
            <a:ext cx="4632053" cy="869888"/>
          </a:xfrm>
        </p:spPr>
        <p:txBody>
          <a:bodyPr rtlCol="0">
            <a:normAutofit/>
          </a:bodyPr>
          <a:lstStyle>
            <a:lvl1pPr marL="1944" indent="0">
              <a:buNone/>
              <a:defRPr sz="2400">
                <a:solidFill>
                  <a:schemeClr val="accent1"/>
                </a:solidFill>
                <a:latin typeface="Times New Roman" panose="02020603050405020304" pitchFamily="18" charset="0"/>
              </a:defRPr>
            </a:lvl1pPr>
          </a:lstStyle>
          <a:p>
            <a:pPr lvl="0" rtl="0"/>
            <a:r>
              <a:rPr lang="ru-RU" noProof="0"/>
              <a:t>Щелкните, чтобы вставить подзаголовок</a:t>
            </a:r>
          </a:p>
        </p:txBody>
      </p:sp>
      <p:sp>
        <p:nvSpPr>
          <p:cNvPr id="19" name="Текст 12">
            <a:extLst>
              <a:ext uri="{FF2B5EF4-FFF2-40B4-BE49-F238E27FC236}">
                <a16:creationId xmlns:a16="http://schemas.microsoft.com/office/drawing/2014/main" id="{EBF18AD6-49AE-45E3-AFDB-53684AB6EC28}"/>
              </a:ext>
            </a:extLst>
          </p:cNvPr>
          <p:cNvSpPr>
            <a:spLocks noGrp="1"/>
          </p:cNvSpPr>
          <p:nvPr>
            <p:ph type="body" sz="quarter" idx="13" hasCustomPrompt="1"/>
          </p:nvPr>
        </p:nvSpPr>
        <p:spPr>
          <a:xfrm>
            <a:off x="6260962" y="2837529"/>
            <a:ext cx="4633419" cy="2547938"/>
          </a:xfrm>
        </p:spPr>
        <p:txBody>
          <a:bodyPr rtlCol="0"/>
          <a:lstStyle>
            <a:lvl1pPr>
              <a:lnSpc>
                <a:spcPct val="100000"/>
              </a:lnSpc>
              <a:buClr>
                <a:schemeClr val="tx2"/>
              </a:buClr>
              <a:defRPr>
                <a:solidFill>
                  <a:schemeClr val="tx2">
                    <a:alpha val="46000"/>
                  </a:schemeClr>
                </a:solidFill>
              </a:defRPr>
            </a:lvl1pPr>
          </a:lstStyle>
          <a:p>
            <a:pPr lvl="0" rtl="0"/>
            <a:r>
              <a:rPr lang="ru-RU" noProof="0"/>
              <a:t>Щелкните, чтобы добавить здесь текст</a:t>
            </a:r>
          </a:p>
        </p:txBody>
      </p:sp>
      <p:sp>
        <p:nvSpPr>
          <p:cNvPr id="7" name="Дата 5">
            <a:extLst>
              <a:ext uri="{FF2B5EF4-FFF2-40B4-BE49-F238E27FC236}">
                <a16:creationId xmlns:a16="http://schemas.microsoft.com/office/drawing/2014/main" id="{AD8C32FD-06A2-49E2-A54A-FB7C7AFFE2F2}"/>
              </a:ext>
            </a:extLst>
          </p:cNvPr>
          <p:cNvSpPr>
            <a:spLocks noGrp="1"/>
          </p:cNvSpPr>
          <p:nvPr>
            <p:ph type="dt" sz="half" idx="2"/>
          </p:nvPr>
        </p:nvSpPr>
        <p:spPr>
          <a:xfrm>
            <a:off x="442912" y="6152968"/>
            <a:ext cx="3457576" cy="502920"/>
          </a:xfrm>
        </p:spPr>
        <p:txBody>
          <a:bodyPr rtlCol="0"/>
          <a:lstStyle>
            <a:lvl1pPr>
              <a:defRPr/>
            </a:lvl1pPr>
          </a:lstStyle>
          <a:p>
            <a:pPr rtl="0"/>
            <a:r>
              <a:rPr lang="ru-RU" noProof="0"/>
              <a:t>02.02.20ГГ</a:t>
            </a:r>
          </a:p>
        </p:txBody>
      </p:sp>
      <p:sp>
        <p:nvSpPr>
          <p:cNvPr id="8" name="Нижний колонтитул 3">
            <a:extLst>
              <a:ext uri="{FF2B5EF4-FFF2-40B4-BE49-F238E27FC236}">
                <a16:creationId xmlns:a16="http://schemas.microsoft.com/office/drawing/2014/main" id="{7D13BE1A-DE3C-489C-A627-116679A00B86}"/>
              </a:ext>
            </a:extLst>
          </p:cNvPr>
          <p:cNvSpPr>
            <a:spLocks noGrp="1"/>
          </p:cNvSpPr>
          <p:nvPr>
            <p:ph type="ftr" sz="quarter" idx="3"/>
          </p:nvPr>
        </p:nvSpPr>
        <p:spPr>
          <a:xfrm>
            <a:off x="4370832" y="6153912"/>
            <a:ext cx="5397056" cy="502920"/>
          </a:xfrm>
        </p:spPr>
        <p:txBody>
          <a:bodyPr rtlCol="0"/>
          <a:lstStyle/>
          <a:p>
            <a:pPr rtl="0"/>
            <a:r>
              <a:rPr lang="ru-RU" spc="200" noProof="0"/>
              <a:t>ЗАГОЛОВОК ПРЕЗЕНТАЦИИ</a:t>
            </a:r>
          </a:p>
        </p:txBody>
      </p:sp>
      <p:sp>
        <p:nvSpPr>
          <p:cNvPr id="14" name="Номер слайда 11">
            <a:extLst>
              <a:ext uri="{FF2B5EF4-FFF2-40B4-BE49-F238E27FC236}">
                <a16:creationId xmlns:a16="http://schemas.microsoft.com/office/drawing/2014/main" id="{CE15B7AC-26DD-48DA-88A0-A231BF5D1E44}"/>
              </a:ext>
            </a:extLst>
          </p:cNvPr>
          <p:cNvSpPr>
            <a:spLocks noGrp="1"/>
          </p:cNvSpPr>
          <p:nvPr>
            <p:ph type="sldNum" sz="quarter" idx="4"/>
          </p:nvPr>
        </p:nvSpPr>
        <p:spPr>
          <a:xfrm>
            <a:off x="11241025" y="6153912"/>
            <a:ext cx="502920" cy="502920"/>
          </a:xfrm>
        </p:spPr>
        <p:txBody>
          <a:bodyPr tIns="180000" bIns="180000" rtlCol="0"/>
          <a:lstStyle>
            <a:lvl1pPr algn="r">
              <a:defRPr/>
            </a:lvl1pPr>
          </a:lstStyle>
          <a:p>
            <a:pPr rtl="0"/>
            <a:fld id="{0D309695-DEC3-40DA-9DF5-330280C9D0E8}" type="slidenum">
              <a:rPr lang="ru-RU" noProof="0" smtClean="0"/>
              <a:pPr/>
              <a:t>‹#›</a:t>
            </a:fld>
            <a:endParaRPr lang="ru-RU" noProof="0"/>
          </a:p>
        </p:txBody>
      </p:sp>
    </p:spTree>
    <p:extLst>
      <p:ext uri="{BB962C8B-B14F-4D97-AF65-F5344CB8AC3E}">
        <p14:creationId xmlns:p14="http://schemas.microsoft.com/office/powerpoint/2010/main" val="2803286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Содержимое с 3 столбцами">
    <p:spTree>
      <p:nvGrpSpPr>
        <p:cNvPr id="1" name=""/>
        <p:cNvGrpSpPr/>
        <p:nvPr/>
      </p:nvGrpSpPr>
      <p:grpSpPr>
        <a:xfrm>
          <a:off x="0" y="0"/>
          <a:ext cx="0" cy="0"/>
          <a:chOff x="0" y="0"/>
          <a:chExt cx="0" cy="0"/>
        </a:xfrm>
      </p:grpSpPr>
      <p:cxnSp>
        <p:nvCxnSpPr>
          <p:cNvPr id="2" name="Прямая соединительная линия 1">
            <a:extLst>
              <a:ext uri="{FF2B5EF4-FFF2-40B4-BE49-F238E27FC236}">
                <a16:creationId xmlns:a16="http://schemas.microsoft.com/office/drawing/2014/main" id="{AE78D948-F2B9-4EE0-B830-36F103C218D5}"/>
              </a:ext>
              <a:ext uri="{C183D7F6-B498-43B3-948B-1728B52AA6E4}">
                <adec:decorative xmlns:adec="http://schemas.microsoft.com/office/drawing/2017/decorative" val="1"/>
              </a:ext>
            </a:extLst>
          </p:cNvPr>
          <p:cNvCxnSpPr>
            <a:cxnSpLocks/>
          </p:cNvCxnSpPr>
          <p:nvPr userDrawn="1"/>
        </p:nvCxnSpPr>
        <p:spPr>
          <a:xfrm>
            <a:off x="450000" y="1609200"/>
            <a:ext cx="113004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Заголовок 1">
            <a:extLst>
              <a:ext uri="{FF2B5EF4-FFF2-40B4-BE49-F238E27FC236}">
                <a16:creationId xmlns:a16="http://schemas.microsoft.com/office/drawing/2014/main" id="{66B9A2D2-0473-4F46-BFCE-D626532960A5}"/>
              </a:ext>
            </a:extLst>
          </p:cNvPr>
          <p:cNvSpPr>
            <a:spLocks noGrp="1"/>
          </p:cNvSpPr>
          <p:nvPr>
            <p:ph type="title" hasCustomPrompt="1"/>
          </p:nvPr>
        </p:nvSpPr>
        <p:spPr>
          <a:xfrm>
            <a:off x="456170" y="368717"/>
            <a:ext cx="11300400" cy="1026572"/>
          </a:xfrm>
        </p:spPr>
        <p:txBody>
          <a:bodyPr rtlCol="0" anchor="ctr">
            <a:normAutofit/>
          </a:bodyPr>
          <a:lstStyle>
            <a:lvl1pPr>
              <a:spcBef>
                <a:spcPts val="1000"/>
              </a:spcBef>
              <a:defRPr sz="4400">
                <a:solidFill>
                  <a:schemeClr val="tx1"/>
                </a:solidFill>
                <a:latin typeface="Times New Roman" panose="02020603050405020304" pitchFamily="18" charset="0"/>
              </a:defRPr>
            </a:lvl1pPr>
          </a:lstStyle>
          <a:p>
            <a:pPr rtl="0"/>
            <a:r>
              <a:rPr lang="ru-RU" noProof="0"/>
              <a:t>Заголовок слайда</a:t>
            </a:r>
          </a:p>
        </p:txBody>
      </p:sp>
      <p:sp>
        <p:nvSpPr>
          <p:cNvPr id="6" name="Текст 10">
            <a:extLst>
              <a:ext uri="{FF2B5EF4-FFF2-40B4-BE49-F238E27FC236}">
                <a16:creationId xmlns:a16="http://schemas.microsoft.com/office/drawing/2014/main" id="{C7203DC6-5779-4D18-8EDA-B417CE1CC346}"/>
              </a:ext>
            </a:extLst>
          </p:cNvPr>
          <p:cNvSpPr>
            <a:spLocks noGrp="1"/>
          </p:cNvSpPr>
          <p:nvPr>
            <p:ph type="body" sz="quarter" idx="10" hasCustomPrompt="1"/>
          </p:nvPr>
        </p:nvSpPr>
        <p:spPr>
          <a:xfrm>
            <a:off x="451850" y="1941031"/>
            <a:ext cx="3456556" cy="869888"/>
          </a:xfrm>
        </p:spPr>
        <p:txBody>
          <a:bodyPr rtlCol="0">
            <a:normAutofit/>
          </a:bodyPr>
          <a:lstStyle>
            <a:lvl1pPr marL="1944" indent="0">
              <a:buNone/>
              <a:defRPr sz="2400">
                <a:solidFill>
                  <a:schemeClr val="accent1"/>
                </a:solidFill>
                <a:latin typeface="Times New Roman" panose="02020603050405020304" pitchFamily="18" charset="0"/>
              </a:defRPr>
            </a:lvl1pPr>
          </a:lstStyle>
          <a:p>
            <a:pPr lvl="0" rtl="0"/>
            <a:r>
              <a:rPr lang="ru-RU" noProof="0" dirty="0"/>
              <a:t>Щелкните, чтобы вставить подзаголовок</a:t>
            </a:r>
          </a:p>
        </p:txBody>
      </p:sp>
      <p:sp>
        <p:nvSpPr>
          <p:cNvPr id="7" name="Текст 12">
            <a:extLst>
              <a:ext uri="{FF2B5EF4-FFF2-40B4-BE49-F238E27FC236}">
                <a16:creationId xmlns:a16="http://schemas.microsoft.com/office/drawing/2014/main" id="{65286B5D-8C3D-49BC-A56B-54C3D0FBC782}"/>
              </a:ext>
            </a:extLst>
          </p:cNvPr>
          <p:cNvSpPr>
            <a:spLocks noGrp="1"/>
          </p:cNvSpPr>
          <p:nvPr>
            <p:ph type="body" sz="quarter" idx="11" hasCustomPrompt="1"/>
          </p:nvPr>
        </p:nvSpPr>
        <p:spPr>
          <a:xfrm>
            <a:off x="450000" y="2837528"/>
            <a:ext cx="3457576" cy="2986221"/>
          </a:xfrm>
        </p:spPr>
        <p:txBody>
          <a:bodyPr rtlCol="0"/>
          <a:lstStyle>
            <a:lvl1pPr marL="457200" indent="-457200">
              <a:lnSpc>
                <a:spcPct val="110000"/>
              </a:lnSpc>
              <a:buClr>
                <a:schemeClr val="tx2"/>
              </a:buClr>
              <a:defRPr>
                <a:solidFill>
                  <a:schemeClr val="tx2">
                    <a:alpha val="46000"/>
                  </a:schemeClr>
                </a:solidFill>
              </a:defRPr>
            </a:lvl1pPr>
          </a:lstStyle>
          <a:p>
            <a:pPr lvl="0" rtl="0"/>
            <a:r>
              <a:rPr lang="ru-RU" noProof="0"/>
              <a:t>Щелкните, чтобы добавить здесь текст</a:t>
            </a:r>
          </a:p>
        </p:txBody>
      </p:sp>
      <p:sp>
        <p:nvSpPr>
          <p:cNvPr id="15" name="Текст 10">
            <a:extLst>
              <a:ext uri="{FF2B5EF4-FFF2-40B4-BE49-F238E27FC236}">
                <a16:creationId xmlns:a16="http://schemas.microsoft.com/office/drawing/2014/main" id="{9C8FA9F2-E665-4A1C-AB30-847F4A2000E9}"/>
              </a:ext>
            </a:extLst>
          </p:cNvPr>
          <p:cNvSpPr>
            <a:spLocks noGrp="1"/>
          </p:cNvSpPr>
          <p:nvPr>
            <p:ph type="body" sz="quarter" idx="15" hasCustomPrompt="1"/>
          </p:nvPr>
        </p:nvSpPr>
        <p:spPr>
          <a:xfrm>
            <a:off x="4364947" y="1941031"/>
            <a:ext cx="3456556" cy="869888"/>
          </a:xfrm>
        </p:spPr>
        <p:txBody>
          <a:bodyPr rtlCol="0">
            <a:normAutofit/>
          </a:bodyPr>
          <a:lstStyle>
            <a:lvl1pPr marL="1944" indent="0">
              <a:buNone/>
              <a:defRPr sz="2400">
                <a:solidFill>
                  <a:schemeClr val="accent1"/>
                </a:solidFill>
                <a:latin typeface="Times New Roman" panose="02020603050405020304" pitchFamily="18" charset="0"/>
              </a:defRPr>
            </a:lvl1pPr>
          </a:lstStyle>
          <a:p>
            <a:pPr lvl="0" rtl="0"/>
            <a:r>
              <a:rPr lang="ru-RU" noProof="0"/>
              <a:t>Щелкните, чтобы вставить подзаголовок</a:t>
            </a:r>
          </a:p>
        </p:txBody>
      </p:sp>
      <p:sp>
        <p:nvSpPr>
          <p:cNvPr id="16" name="Текст 12">
            <a:extLst>
              <a:ext uri="{FF2B5EF4-FFF2-40B4-BE49-F238E27FC236}">
                <a16:creationId xmlns:a16="http://schemas.microsoft.com/office/drawing/2014/main" id="{3C54263D-50A7-43A8-A3BC-BE063187A830}"/>
              </a:ext>
            </a:extLst>
          </p:cNvPr>
          <p:cNvSpPr>
            <a:spLocks noGrp="1"/>
          </p:cNvSpPr>
          <p:nvPr>
            <p:ph type="body" sz="quarter" idx="16" hasCustomPrompt="1"/>
          </p:nvPr>
        </p:nvSpPr>
        <p:spPr>
          <a:xfrm>
            <a:off x="4363097" y="2837528"/>
            <a:ext cx="3457576" cy="2986221"/>
          </a:xfrm>
        </p:spPr>
        <p:txBody>
          <a:bodyPr rtlCol="0"/>
          <a:lstStyle>
            <a:lvl1pPr marL="457200" indent="-457200">
              <a:lnSpc>
                <a:spcPct val="110000"/>
              </a:lnSpc>
              <a:buClr>
                <a:schemeClr val="tx2"/>
              </a:buClr>
              <a:defRPr>
                <a:solidFill>
                  <a:schemeClr val="tx2">
                    <a:alpha val="46000"/>
                  </a:schemeClr>
                </a:solidFill>
              </a:defRPr>
            </a:lvl1pPr>
          </a:lstStyle>
          <a:p>
            <a:pPr lvl="0" rtl="0"/>
            <a:r>
              <a:rPr lang="ru-RU" noProof="0"/>
              <a:t>Щелкните, чтобы добавить здесь текст</a:t>
            </a:r>
          </a:p>
        </p:txBody>
      </p:sp>
      <p:sp>
        <p:nvSpPr>
          <p:cNvPr id="17" name="Текст 10">
            <a:extLst>
              <a:ext uri="{FF2B5EF4-FFF2-40B4-BE49-F238E27FC236}">
                <a16:creationId xmlns:a16="http://schemas.microsoft.com/office/drawing/2014/main" id="{6DD25081-6CEB-4E5B-A7E5-8100DE67323D}"/>
              </a:ext>
            </a:extLst>
          </p:cNvPr>
          <p:cNvSpPr>
            <a:spLocks noGrp="1"/>
          </p:cNvSpPr>
          <p:nvPr>
            <p:ph type="body" sz="quarter" idx="17" hasCustomPrompt="1"/>
          </p:nvPr>
        </p:nvSpPr>
        <p:spPr>
          <a:xfrm>
            <a:off x="8283594" y="1939364"/>
            <a:ext cx="3456556" cy="869888"/>
          </a:xfrm>
        </p:spPr>
        <p:txBody>
          <a:bodyPr rtlCol="0">
            <a:normAutofit/>
          </a:bodyPr>
          <a:lstStyle>
            <a:lvl1pPr marL="1944" indent="0">
              <a:buNone/>
              <a:defRPr sz="2400">
                <a:solidFill>
                  <a:schemeClr val="accent1"/>
                </a:solidFill>
                <a:latin typeface="Times New Roman" panose="02020603050405020304" pitchFamily="18" charset="0"/>
              </a:defRPr>
            </a:lvl1pPr>
          </a:lstStyle>
          <a:p>
            <a:pPr lvl="0" rtl="0"/>
            <a:r>
              <a:rPr lang="ru-RU" noProof="0"/>
              <a:t>Щелкните, чтобы вставить подзаголовок</a:t>
            </a:r>
          </a:p>
        </p:txBody>
      </p:sp>
      <p:sp>
        <p:nvSpPr>
          <p:cNvPr id="18" name="Текст 12">
            <a:extLst>
              <a:ext uri="{FF2B5EF4-FFF2-40B4-BE49-F238E27FC236}">
                <a16:creationId xmlns:a16="http://schemas.microsoft.com/office/drawing/2014/main" id="{B40E43BE-19E7-4C92-A02A-A747188A1130}"/>
              </a:ext>
            </a:extLst>
          </p:cNvPr>
          <p:cNvSpPr>
            <a:spLocks noGrp="1"/>
          </p:cNvSpPr>
          <p:nvPr>
            <p:ph type="body" sz="quarter" idx="18" hasCustomPrompt="1"/>
          </p:nvPr>
        </p:nvSpPr>
        <p:spPr>
          <a:xfrm>
            <a:off x="8282764" y="2835861"/>
            <a:ext cx="3456556" cy="2986221"/>
          </a:xfrm>
        </p:spPr>
        <p:txBody>
          <a:bodyPr rtlCol="0"/>
          <a:lstStyle>
            <a:lvl1pPr marL="457200" indent="-457200">
              <a:lnSpc>
                <a:spcPct val="110000"/>
              </a:lnSpc>
              <a:buClr>
                <a:schemeClr val="tx2"/>
              </a:buClr>
              <a:defRPr>
                <a:solidFill>
                  <a:schemeClr val="tx2">
                    <a:alpha val="46000"/>
                  </a:schemeClr>
                </a:solidFill>
              </a:defRPr>
            </a:lvl1pPr>
          </a:lstStyle>
          <a:p>
            <a:pPr lvl="0" rtl="0"/>
            <a:r>
              <a:rPr lang="ru-RU" noProof="0"/>
              <a:t>Щелкните, чтобы добавить здесь текст</a:t>
            </a:r>
          </a:p>
        </p:txBody>
      </p:sp>
      <p:sp>
        <p:nvSpPr>
          <p:cNvPr id="3" name="Дата 5">
            <a:extLst>
              <a:ext uri="{FF2B5EF4-FFF2-40B4-BE49-F238E27FC236}">
                <a16:creationId xmlns:a16="http://schemas.microsoft.com/office/drawing/2014/main" id="{0364CC8C-A596-4C30-BE97-FF78E042451D}"/>
              </a:ext>
            </a:extLst>
          </p:cNvPr>
          <p:cNvSpPr>
            <a:spLocks noGrp="1"/>
          </p:cNvSpPr>
          <p:nvPr>
            <p:ph type="dt" sz="half" idx="2"/>
          </p:nvPr>
        </p:nvSpPr>
        <p:spPr>
          <a:xfrm>
            <a:off x="442912" y="6152968"/>
            <a:ext cx="3457576" cy="502920"/>
          </a:xfrm>
        </p:spPr>
        <p:txBody>
          <a:bodyPr rtlCol="0"/>
          <a:lstStyle>
            <a:lvl1pPr>
              <a:defRPr/>
            </a:lvl1pPr>
          </a:lstStyle>
          <a:p>
            <a:pPr rtl="0"/>
            <a:r>
              <a:rPr lang="ru-RU" noProof="0"/>
              <a:t>02.02.20ГГ</a:t>
            </a:r>
          </a:p>
        </p:txBody>
      </p:sp>
      <p:sp>
        <p:nvSpPr>
          <p:cNvPr id="4" name="Нижний колонтитул 3">
            <a:extLst>
              <a:ext uri="{FF2B5EF4-FFF2-40B4-BE49-F238E27FC236}">
                <a16:creationId xmlns:a16="http://schemas.microsoft.com/office/drawing/2014/main" id="{716E94F2-5327-4ECE-B9D6-26CA834459B1}"/>
              </a:ext>
            </a:extLst>
          </p:cNvPr>
          <p:cNvSpPr>
            <a:spLocks noGrp="1"/>
          </p:cNvSpPr>
          <p:nvPr>
            <p:ph type="ftr" sz="quarter" idx="3"/>
          </p:nvPr>
        </p:nvSpPr>
        <p:spPr>
          <a:xfrm>
            <a:off x="4370832" y="6153912"/>
            <a:ext cx="5397056" cy="502920"/>
          </a:xfrm>
        </p:spPr>
        <p:txBody>
          <a:bodyPr rtlCol="0"/>
          <a:lstStyle/>
          <a:p>
            <a:pPr rtl="0"/>
            <a:r>
              <a:rPr lang="ru-RU" spc="200" noProof="0"/>
              <a:t>ЗАГОЛОВОК ПРЕЗЕНТАЦИИ</a:t>
            </a:r>
          </a:p>
        </p:txBody>
      </p:sp>
      <p:sp>
        <p:nvSpPr>
          <p:cNvPr id="14" name="Номер слайда 11">
            <a:extLst>
              <a:ext uri="{FF2B5EF4-FFF2-40B4-BE49-F238E27FC236}">
                <a16:creationId xmlns:a16="http://schemas.microsoft.com/office/drawing/2014/main" id="{F9BB08CB-1C70-40D7-A67C-2EF5BFFEF9C3}"/>
              </a:ext>
            </a:extLst>
          </p:cNvPr>
          <p:cNvSpPr>
            <a:spLocks noGrp="1"/>
          </p:cNvSpPr>
          <p:nvPr>
            <p:ph type="sldNum" sz="quarter" idx="4"/>
          </p:nvPr>
        </p:nvSpPr>
        <p:spPr>
          <a:xfrm>
            <a:off x="11241025" y="6153912"/>
            <a:ext cx="502920" cy="502920"/>
          </a:xfrm>
        </p:spPr>
        <p:txBody>
          <a:bodyPr tIns="180000" bIns="180000" rtlCol="0"/>
          <a:lstStyle>
            <a:lvl1pPr algn="r">
              <a:defRPr/>
            </a:lvl1pPr>
          </a:lstStyle>
          <a:p>
            <a:pPr rtl="0"/>
            <a:fld id="{0D309695-DEC3-40DA-9DF5-330280C9D0E8}" type="slidenum">
              <a:rPr lang="ru-RU" noProof="0" smtClean="0"/>
              <a:pPr/>
              <a:t>‹#›</a:t>
            </a:fld>
            <a:endParaRPr lang="ru-RU" noProof="0"/>
          </a:p>
        </p:txBody>
      </p:sp>
    </p:spTree>
    <p:extLst>
      <p:ext uri="{BB962C8B-B14F-4D97-AF65-F5344CB8AC3E}">
        <p14:creationId xmlns:p14="http://schemas.microsoft.com/office/powerpoint/2010/main" val="2783826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Заключение">
    <p:spTree>
      <p:nvGrpSpPr>
        <p:cNvPr id="1" name=""/>
        <p:cNvGrpSpPr/>
        <p:nvPr/>
      </p:nvGrpSpPr>
      <p:grpSpPr>
        <a:xfrm>
          <a:off x="0" y="0"/>
          <a:ext cx="0" cy="0"/>
          <a:chOff x="0" y="0"/>
          <a:chExt cx="0" cy="0"/>
        </a:xfrm>
      </p:grpSpPr>
      <p:cxnSp>
        <p:nvCxnSpPr>
          <p:cNvPr id="5" name="Прямая соединительная линия 4">
            <a:extLst>
              <a:ext uri="{FF2B5EF4-FFF2-40B4-BE49-F238E27FC236}">
                <a16:creationId xmlns:a16="http://schemas.microsoft.com/office/drawing/2014/main" id="{1787F79D-9EFD-4F24-B92B-3DEF507C6FC1}"/>
              </a:ext>
              <a:ext uri="{C183D7F6-B498-43B3-948B-1728B52AA6E4}">
                <adec:decorative xmlns:adec="http://schemas.microsoft.com/office/drawing/2017/decorative" val="1"/>
              </a:ext>
            </a:extLst>
          </p:cNvPr>
          <p:cNvCxnSpPr>
            <a:cxnSpLocks/>
          </p:cNvCxnSpPr>
          <p:nvPr userDrawn="1"/>
        </p:nvCxnSpPr>
        <p:spPr>
          <a:xfrm>
            <a:off x="450000" y="450000"/>
            <a:ext cx="11293200" cy="0"/>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Заголовок 1">
            <a:extLst>
              <a:ext uri="{FF2B5EF4-FFF2-40B4-BE49-F238E27FC236}">
                <a16:creationId xmlns:a16="http://schemas.microsoft.com/office/drawing/2014/main" id="{12758C89-0197-4B72-BA43-2CC4DE73F747}"/>
              </a:ext>
            </a:extLst>
          </p:cNvPr>
          <p:cNvSpPr>
            <a:spLocks noGrp="1"/>
          </p:cNvSpPr>
          <p:nvPr>
            <p:ph type="title" hasCustomPrompt="1"/>
          </p:nvPr>
        </p:nvSpPr>
        <p:spPr>
          <a:xfrm>
            <a:off x="440969" y="647377"/>
            <a:ext cx="11316056" cy="1026572"/>
          </a:xfrm>
        </p:spPr>
        <p:txBody>
          <a:bodyPr rtlCol="0" anchor="ctr">
            <a:normAutofit/>
          </a:bodyPr>
          <a:lstStyle>
            <a:lvl1pPr>
              <a:spcBef>
                <a:spcPts val="1000"/>
              </a:spcBef>
              <a:defRPr sz="4400">
                <a:solidFill>
                  <a:schemeClr val="tx1"/>
                </a:solidFill>
                <a:latin typeface="Times New Roman" panose="02020603050405020304" pitchFamily="18" charset="0"/>
              </a:defRPr>
            </a:lvl1pPr>
          </a:lstStyle>
          <a:p>
            <a:pPr rtl="0"/>
            <a:r>
              <a:rPr lang="ru-RU" noProof="0"/>
              <a:t>Заголовок слайда</a:t>
            </a:r>
          </a:p>
        </p:txBody>
      </p:sp>
      <p:sp>
        <p:nvSpPr>
          <p:cNvPr id="16" name="Текст 13">
            <a:extLst>
              <a:ext uri="{FF2B5EF4-FFF2-40B4-BE49-F238E27FC236}">
                <a16:creationId xmlns:a16="http://schemas.microsoft.com/office/drawing/2014/main" id="{37D2E7B5-A506-45AA-881E-1EF6A0EB07CC}"/>
              </a:ext>
            </a:extLst>
          </p:cNvPr>
          <p:cNvSpPr>
            <a:spLocks noGrp="1"/>
          </p:cNvSpPr>
          <p:nvPr>
            <p:ph type="body" sz="quarter" idx="11" hasCustomPrompt="1"/>
          </p:nvPr>
        </p:nvSpPr>
        <p:spPr>
          <a:xfrm>
            <a:off x="440968" y="1692923"/>
            <a:ext cx="11300287" cy="1001712"/>
          </a:xfrm>
        </p:spPr>
        <p:txBody>
          <a:bodyPr rtlCol="0">
            <a:normAutofit/>
          </a:bodyPr>
          <a:lstStyle>
            <a:lvl1pPr marL="1944" indent="0">
              <a:buNone/>
              <a:defRPr sz="2400" i="0">
                <a:solidFill>
                  <a:schemeClr val="tx1">
                    <a:alpha val="55000"/>
                  </a:schemeClr>
                </a:solidFill>
                <a:latin typeface="+mn-lt"/>
              </a:defRPr>
            </a:lvl1pPr>
          </a:lstStyle>
          <a:p>
            <a:pPr lvl="0" rtl="0"/>
            <a:r>
              <a:rPr lang="ru-RU" noProof="0"/>
              <a:t>Текст слайда</a:t>
            </a:r>
          </a:p>
        </p:txBody>
      </p:sp>
      <p:sp>
        <p:nvSpPr>
          <p:cNvPr id="25" name="Рисунок 17">
            <a:extLst>
              <a:ext uri="{FF2B5EF4-FFF2-40B4-BE49-F238E27FC236}">
                <a16:creationId xmlns:a16="http://schemas.microsoft.com/office/drawing/2014/main" id="{751E77E5-BC2E-4851-A46B-1081DBFEE180}"/>
              </a:ext>
            </a:extLst>
          </p:cNvPr>
          <p:cNvSpPr>
            <a:spLocks noGrp="1"/>
          </p:cNvSpPr>
          <p:nvPr>
            <p:ph type="pic" sz="quarter" idx="12" hasCustomPrompt="1"/>
          </p:nvPr>
        </p:nvSpPr>
        <p:spPr>
          <a:xfrm>
            <a:off x="441325" y="2959100"/>
            <a:ext cx="2698750" cy="2987675"/>
          </a:xfrm>
        </p:spPr>
        <p:txBody>
          <a:bodyPr rtlCol="0"/>
          <a:lstStyle>
            <a:lvl1pPr marL="1944" indent="0" algn="ctr">
              <a:buNone/>
              <a:defRPr/>
            </a:lvl1pPr>
          </a:lstStyle>
          <a:p>
            <a:pPr rtl="0"/>
            <a:r>
              <a:rPr lang="ru-RU" noProof="0"/>
              <a:t>Вставьте здесь фото</a:t>
            </a:r>
          </a:p>
        </p:txBody>
      </p:sp>
      <p:sp>
        <p:nvSpPr>
          <p:cNvPr id="26" name="Рисунок 19">
            <a:extLst>
              <a:ext uri="{FF2B5EF4-FFF2-40B4-BE49-F238E27FC236}">
                <a16:creationId xmlns:a16="http://schemas.microsoft.com/office/drawing/2014/main" id="{5ADD8D61-5FF6-4FF8-A853-94978CE2BF08}"/>
              </a:ext>
            </a:extLst>
          </p:cNvPr>
          <p:cNvSpPr>
            <a:spLocks noGrp="1"/>
          </p:cNvSpPr>
          <p:nvPr>
            <p:ph type="pic" sz="quarter" idx="13" hasCustomPrompt="1"/>
          </p:nvPr>
        </p:nvSpPr>
        <p:spPr>
          <a:xfrm>
            <a:off x="3319463" y="2959100"/>
            <a:ext cx="2690812" cy="2987675"/>
          </a:xfrm>
        </p:spPr>
        <p:txBody>
          <a:bodyPr rtlCol="0"/>
          <a:lstStyle>
            <a:lvl1pPr marL="1944" indent="0" algn="ctr">
              <a:buNone/>
              <a:defRPr/>
            </a:lvl1pPr>
          </a:lstStyle>
          <a:p>
            <a:pPr rtl="0"/>
            <a:r>
              <a:rPr lang="ru-RU" noProof="0"/>
              <a:t>Вставьте здесь фото</a:t>
            </a:r>
          </a:p>
        </p:txBody>
      </p:sp>
      <p:sp>
        <p:nvSpPr>
          <p:cNvPr id="27" name="Рисунок 21">
            <a:extLst>
              <a:ext uri="{FF2B5EF4-FFF2-40B4-BE49-F238E27FC236}">
                <a16:creationId xmlns:a16="http://schemas.microsoft.com/office/drawing/2014/main" id="{7217B0CF-D153-4F21-B2F3-3736BFEE8B20}"/>
              </a:ext>
            </a:extLst>
          </p:cNvPr>
          <p:cNvSpPr>
            <a:spLocks noGrp="1"/>
          </p:cNvSpPr>
          <p:nvPr>
            <p:ph type="pic" sz="quarter" idx="14" hasCustomPrompt="1"/>
          </p:nvPr>
        </p:nvSpPr>
        <p:spPr>
          <a:xfrm>
            <a:off x="6189663" y="2959100"/>
            <a:ext cx="2689225" cy="2987675"/>
          </a:xfrm>
        </p:spPr>
        <p:txBody>
          <a:bodyPr rtlCol="0"/>
          <a:lstStyle>
            <a:lvl1pPr marL="1944" indent="0" algn="ctr">
              <a:buNone/>
              <a:defRPr/>
            </a:lvl1pPr>
          </a:lstStyle>
          <a:p>
            <a:pPr rtl="0"/>
            <a:r>
              <a:rPr lang="ru-RU" noProof="0"/>
              <a:t>Вставьте здесь фото</a:t>
            </a:r>
          </a:p>
        </p:txBody>
      </p:sp>
      <p:sp>
        <p:nvSpPr>
          <p:cNvPr id="28" name="Рисунок 23">
            <a:extLst>
              <a:ext uri="{FF2B5EF4-FFF2-40B4-BE49-F238E27FC236}">
                <a16:creationId xmlns:a16="http://schemas.microsoft.com/office/drawing/2014/main" id="{46C9A6A5-13C0-4A42-B695-F3511DCA96A4}"/>
              </a:ext>
            </a:extLst>
          </p:cNvPr>
          <p:cNvSpPr>
            <a:spLocks noGrp="1"/>
          </p:cNvSpPr>
          <p:nvPr>
            <p:ph type="pic" sz="quarter" idx="15" hasCustomPrompt="1"/>
          </p:nvPr>
        </p:nvSpPr>
        <p:spPr>
          <a:xfrm>
            <a:off x="9058275" y="2959100"/>
            <a:ext cx="2698750" cy="2987675"/>
          </a:xfrm>
        </p:spPr>
        <p:txBody>
          <a:bodyPr rtlCol="0"/>
          <a:lstStyle>
            <a:lvl1pPr marL="1944" indent="0" algn="ctr">
              <a:buNone/>
              <a:defRPr/>
            </a:lvl1pPr>
          </a:lstStyle>
          <a:p>
            <a:pPr rtl="0"/>
            <a:r>
              <a:rPr lang="ru-RU" noProof="0"/>
              <a:t>Вставьте здесь фото</a:t>
            </a:r>
          </a:p>
        </p:txBody>
      </p:sp>
      <p:sp>
        <p:nvSpPr>
          <p:cNvPr id="10" name="Дата 5">
            <a:extLst>
              <a:ext uri="{FF2B5EF4-FFF2-40B4-BE49-F238E27FC236}">
                <a16:creationId xmlns:a16="http://schemas.microsoft.com/office/drawing/2014/main" id="{DD1D6B44-0E3B-4C46-B068-14568BF01DF7}"/>
              </a:ext>
            </a:extLst>
          </p:cNvPr>
          <p:cNvSpPr>
            <a:spLocks noGrp="1"/>
          </p:cNvSpPr>
          <p:nvPr>
            <p:ph type="dt" sz="half" idx="2"/>
          </p:nvPr>
        </p:nvSpPr>
        <p:spPr>
          <a:xfrm>
            <a:off x="442912" y="6152968"/>
            <a:ext cx="3457576" cy="502920"/>
          </a:xfrm>
        </p:spPr>
        <p:txBody>
          <a:bodyPr rtlCol="0"/>
          <a:lstStyle>
            <a:lvl1pPr>
              <a:defRPr/>
            </a:lvl1pPr>
          </a:lstStyle>
          <a:p>
            <a:pPr rtl="0"/>
            <a:r>
              <a:rPr lang="ru-RU" noProof="0"/>
              <a:t>02.02.20ГГ</a:t>
            </a:r>
          </a:p>
        </p:txBody>
      </p:sp>
      <p:sp>
        <p:nvSpPr>
          <p:cNvPr id="11" name="Нижний колонтитул 3">
            <a:extLst>
              <a:ext uri="{FF2B5EF4-FFF2-40B4-BE49-F238E27FC236}">
                <a16:creationId xmlns:a16="http://schemas.microsoft.com/office/drawing/2014/main" id="{FB72C5E2-290F-4D02-842B-932296C10DF0}"/>
              </a:ext>
            </a:extLst>
          </p:cNvPr>
          <p:cNvSpPr>
            <a:spLocks noGrp="1"/>
          </p:cNvSpPr>
          <p:nvPr>
            <p:ph type="ftr" sz="quarter" idx="3"/>
          </p:nvPr>
        </p:nvSpPr>
        <p:spPr>
          <a:xfrm>
            <a:off x="4370832" y="6153912"/>
            <a:ext cx="5397056" cy="502920"/>
          </a:xfrm>
        </p:spPr>
        <p:txBody>
          <a:bodyPr rtlCol="0"/>
          <a:lstStyle/>
          <a:p>
            <a:pPr rtl="0"/>
            <a:r>
              <a:rPr lang="ru-RU" spc="200" noProof="0"/>
              <a:t>ЗАГОЛОВОК ПРЕЗЕНТАЦИИ</a:t>
            </a:r>
          </a:p>
        </p:txBody>
      </p:sp>
      <p:sp>
        <p:nvSpPr>
          <p:cNvPr id="14" name="Номер слайда 11">
            <a:extLst>
              <a:ext uri="{FF2B5EF4-FFF2-40B4-BE49-F238E27FC236}">
                <a16:creationId xmlns:a16="http://schemas.microsoft.com/office/drawing/2014/main" id="{E3152744-4FDB-4426-90C5-B204EE645EFA}"/>
              </a:ext>
            </a:extLst>
          </p:cNvPr>
          <p:cNvSpPr>
            <a:spLocks noGrp="1"/>
          </p:cNvSpPr>
          <p:nvPr>
            <p:ph type="sldNum" sz="quarter" idx="4"/>
          </p:nvPr>
        </p:nvSpPr>
        <p:spPr>
          <a:xfrm>
            <a:off x="11241025" y="6153912"/>
            <a:ext cx="502920" cy="502920"/>
          </a:xfrm>
        </p:spPr>
        <p:txBody>
          <a:bodyPr tIns="180000" bIns="180000" rtlCol="0"/>
          <a:lstStyle>
            <a:lvl1pPr algn="r">
              <a:defRPr/>
            </a:lvl1pPr>
          </a:lstStyle>
          <a:p>
            <a:pPr rtl="0"/>
            <a:fld id="{0D309695-DEC3-40DA-9DF5-330280C9D0E8}" type="slidenum">
              <a:rPr lang="ru-RU" noProof="0" smtClean="0"/>
              <a:pPr/>
              <a:t>‹#›</a:t>
            </a:fld>
            <a:endParaRPr lang="ru-RU" noProof="0"/>
          </a:p>
        </p:txBody>
      </p:sp>
    </p:spTree>
    <p:extLst>
      <p:ext uri="{BB962C8B-B14F-4D97-AF65-F5344CB8AC3E}">
        <p14:creationId xmlns:p14="http://schemas.microsoft.com/office/powerpoint/2010/main" val="2386323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7A21818-E75A-458F-AC5B-0E9A2C76B835}"/>
              </a:ext>
            </a:extLst>
          </p:cNvPr>
          <p:cNvSpPr>
            <a:spLocks noGrp="1"/>
          </p:cNvSpPr>
          <p:nvPr>
            <p:ph type="ctrTitle"/>
          </p:nvPr>
        </p:nvSpPr>
        <p:spPr>
          <a:xfrm>
            <a:off x="448056" y="448056"/>
            <a:ext cx="11292840" cy="3401568"/>
          </a:xfrm>
        </p:spPr>
        <p:txBody>
          <a:bodyPr rtlCol="0" anchor="b">
            <a:normAutofit/>
          </a:bodyPr>
          <a:lstStyle>
            <a:lvl1pPr algn="l">
              <a:defRPr sz="6400">
                <a:solidFill>
                  <a:schemeClr val="tx2"/>
                </a:solidFill>
                <a:latin typeface="Times New Roman" panose="02020603050405020304" pitchFamily="18" charset="0"/>
              </a:defRPr>
            </a:lvl1pPr>
          </a:lstStyle>
          <a:p>
            <a:pPr rtl="0"/>
            <a:r>
              <a:rPr lang="ru-RU" noProof="0"/>
              <a:t>Образец заголовка</a:t>
            </a:r>
          </a:p>
        </p:txBody>
      </p:sp>
      <p:sp>
        <p:nvSpPr>
          <p:cNvPr id="3" name="Подзаголовок 2">
            <a:extLst>
              <a:ext uri="{FF2B5EF4-FFF2-40B4-BE49-F238E27FC236}">
                <a16:creationId xmlns:a16="http://schemas.microsoft.com/office/drawing/2014/main" id="{C6EE64DE-978B-4F95-BB3C-D027D8008748}"/>
              </a:ext>
            </a:extLst>
          </p:cNvPr>
          <p:cNvSpPr>
            <a:spLocks noGrp="1"/>
          </p:cNvSpPr>
          <p:nvPr>
            <p:ph type="subTitle" idx="1"/>
          </p:nvPr>
        </p:nvSpPr>
        <p:spPr>
          <a:xfrm>
            <a:off x="448056" y="4471416"/>
            <a:ext cx="11292840" cy="1481328"/>
          </a:xfrm>
        </p:spPr>
        <p:txBody>
          <a:bodyPr rtlCol="0"/>
          <a:lstStyle>
            <a:lvl1pPr marL="0" indent="0" algn="l">
              <a:lnSpc>
                <a:spcPct val="120000"/>
              </a:lnSpc>
              <a:buNone/>
              <a:defRPr sz="2400">
                <a:solidFill>
                  <a:schemeClr val="tx2">
                    <a:alpha val="5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ru-RU" noProof="0"/>
              <a:t>Образец подзаголовка</a:t>
            </a:r>
          </a:p>
        </p:txBody>
      </p:sp>
      <p:sp>
        <p:nvSpPr>
          <p:cNvPr id="11" name="Дата 3">
            <a:extLst>
              <a:ext uri="{FF2B5EF4-FFF2-40B4-BE49-F238E27FC236}">
                <a16:creationId xmlns:a16="http://schemas.microsoft.com/office/drawing/2014/main" id="{16BC76EC-3453-4CE0-A71D-BD21940757B4}"/>
              </a:ext>
            </a:extLst>
          </p:cNvPr>
          <p:cNvSpPr>
            <a:spLocks noGrp="1"/>
          </p:cNvSpPr>
          <p:nvPr>
            <p:ph type="dt" sz="half" idx="2"/>
          </p:nvPr>
        </p:nvSpPr>
        <p:spPr>
          <a:xfrm>
            <a:off x="442912" y="6152968"/>
            <a:ext cx="3457576" cy="502920"/>
          </a:xfrm>
          <a:prstGeom prst="rect">
            <a:avLst/>
          </a:prstGeom>
        </p:spPr>
        <p:txBody>
          <a:bodyPr wrap="square" lIns="0" tIns="0" rIns="0" bIns="0" rtlCol="0" anchor="ctr" anchorCtr="0">
            <a:normAutofit/>
          </a:bodyPr>
          <a:lstStyle>
            <a:lvl1pPr>
              <a:defRPr sz="900" cap="all" spc="200" baseline="0">
                <a:solidFill>
                  <a:schemeClr val="tx1">
                    <a:alpha val="55000"/>
                  </a:schemeClr>
                </a:solidFill>
              </a:defRPr>
            </a:lvl1pPr>
          </a:lstStyle>
          <a:p>
            <a:pPr rtl="0"/>
            <a:r>
              <a:rPr lang="ru-RU" noProof="0"/>
              <a:t>02.02.20ГГ</a:t>
            </a:r>
          </a:p>
        </p:txBody>
      </p:sp>
      <p:sp>
        <p:nvSpPr>
          <p:cNvPr id="9" name="Нижний колонтитул 4">
            <a:extLst>
              <a:ext uri="{FF2B5EF4-FFF2-40B4-BE49-F238E27FC236}">
                <a16:creationId xmlns:a16="http://schemas.microsoft.com/office/drawing/2014/main" id="{896B5700-AA45-4E20-8BE5-27620411303F}"/>
              </a:ext>
            </a:extLst>
          </p:cNvPr>
          <p:cNvSpPr>
            <a:spLocks noGrp="1"/>
          </p:cNvSpPr>
          <p:nvPr>
            <p:ph type="ftr" sz="quarter" idx="3"/>
          </p:nvPr>
        </p:nvSpPr>
        <p:spPr>
          <a:xfrm>
            <a:off x="4370832" y="6153912"/>
            <a:ext cx="5397056" cy="502920"/>
          </a:xfrm>
          <a:prstGeom prst="rect">
            <a:avLst/>
          </a:prstGeom>
        </p:spPr>
        <p:txBody>
          <a:bodyPr vert="horz" lIns="0" tIns="0" rIns="91440" bIns="0" rtlCol="0" anchor="ctr"/>
          <a:lstStyle>
            <a:lvl1pPr algn="l">
              <a:defRPr sz="900" cap="all" spc="200" baseline="0">
                <a:solidFill>
                  <a:schemeClr val="tx2">
                    <a:alpha val="55000"/>
                  </a:schemeClr>
                </a:solidFill>
              </a:defRPr>
            </a:lvl1pPr>
          </a:lstStyle>
          <a:p>
            <a:pPr rtl="0"/>
            <a:r>
              <a:rPr lang="ru-RU" spc="200" noProof="0"/>
              <a:t>ЗАГОЛОВОК ПРЕЗЕНТАЦИИ</a:t>
            </a:r>
          </a:p>
        </p:txBody>
      </p:sp>
      <p:sp>
        <p:nvSpPr>
          <p:cNvPr id="7" name="Номер слайда 11">
            <a:extLst>
              <a:ext uri="{FF2B5EF4-FFF2-40B4-BE49-F238E27FC236}">
                <a16:creationId xmlns:a16="http://schemas.microsoft.com/office/drawing/2014/main" id="{A7C3E5E6-3D65-419E-9CE7-1BEC4CB37EA2}"/>
              </a:ext>
            </a:extLst>
          </p:cNvPr>
          <p:cNvSpPr>
            <a:spLocks noGrp="1"/>
          </p:cNvSpPr>
          <p:nvPr>
            <p:ph type="sldNum" sz="quarter" idx="4"/>
          </p:nvPr>
        </p:nvSpPr>
        <p:spPr>
          <a:xfrm>
            <a:off x="11241025" y="6153912"/>
            <a:ext cx="502920" cy="502920"/>
          </a:xfrm>
        </p:spPr>
        <p:txBody>
          <a:bodyPr tIns="180000" bIns="180000" rtlCol="0"/>
          <a:lstStyle>
            <a:lvl1pPr algn="r">
              <a:defRPr/>
            </a:lvl1pPr>
          </a:lstStyle>
          <a:p>
            <a:pPr rtl="0"/>
            <a:fld id="{0D309695-DEC3-40DA-9DF5-330280C9D0E8}" type="slidenum">
              <a:rPr lang="ru-RU" noProof="0" smtClean="0"/>
              <a:pPr/>
              <a:t>‹#›</a:t>
            </a:fld>
            <a:endParaRPr lang="ru-RU" noProof="0"/>
          </a:p>
        </p:txBody>
      </p:sp>
    </p:spTree>
    <p:extLst>
      <p:ext uri="{BB962C8B-B14F-4D97-AF65-F5344CB8AC3E}">
        <p14:creationId xmlns:p14="http://schemas.microsoft.com/office/powerpoint/2010/main" val="3814441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3DDBCE8-F60C-4E3A-83C0-BDE8DD2DE1FD}"/>
              </a:ext>
            </a:extLst>
          </p:cNvPr>
          <p:cNvSpPr>
            <a:spLocks noGrp="1"/>
          </p:cNvSpPr>
          <p:nvPr>
            <p:ph type="title"/>
          </p:nvPr>
        </p:nvSpPr>
        <p:spPr>
          <a:xfrm>
            <a:off x="448056" y="388800"/>
            <a:ext cx="11301984" cy="1141200"/>
          </a:xfrm>
          <a:prstGeom prst="rect">
            <a:avLst/>
          </a:prstGeom>
        </p:spPr>
        <p:txBody>
          <a:bodyPr vert="horz" lIns="0" tIns="0" rIns="0" bIns="0" rtlCol="0" anchor="t">
            <a:normAutofit/>
          </a:bodyPr>
          <a:lstStyle/>
          <a:p>
            <a:pPr rtl="0"/>
            <a:r>
              <a:rPr lang="ru-RU" noProof="0"/>
              <a:t>Образец заголовка</a:t>
            </a:r>
          </a:p>
        </p:txBody>
      </p:sp>
      <p:sp>
        <p:nvSpPr>
          <p:cNvPr id="3" name="Текст 2">
            <a:extLst>
              <a:ext uri="{FF2B5EF4-FFF2-40B4-BE49-F238E27FC236}">
                <a16:creationId xmlns:a16="http://schemas.microsoft.com/office/drawing/2014/main" id="{F4BBC57F-72F2-48BC-B1EE-1F2C6155D72E}"/>
              </a:ext>
            </a:extLst>
          </p:cNvPr>
          <p:cNvSpPr>
            <a:spLocks noGrp="1"/>
          </p:cNvSpPr>
          <p:nvPr>
            <p:ph type="body" idx="1"/>
          </p:nvPr>
        </p:nvSpPr>
        <p:spPr>
          <a:xfrm>
            <a:off x="448056" y="1733550"/>
            <a:ext cx="11293200" cy="3783013"/>
          </a:xfrm>
          <a:prstGeom prst="rect">
            <a:avLst/>
          </a:prstGeom>
        </p:spPr>
        <p:txBody>
          <a:bodyPr vert="horz" lIns="0" tIns="0" rIns="91440" bIns="0" rtlCol="0">
            <a:normAutofit/>
          </a:bodyPr>
          <a:lstStyle/>
          <a:p>
            <a:pPr lvl="0" rtl="0"/>
            <a:r>
              <a:rPr lang="ru-RU" noProof="0"/>
              <a:t>Щелкните, чтобы изменить стили текста образца слайда</a:t>
            </a:r>
          </a:p>
          <a:p>
            <a:pPr lvl="1" rtl="0"/>
            <a:r>
              <a:rPr lang="ru-RU" noProof="0"/>
              <a:t>Второй уровень</a:t>
            </a:r>
          </a:p>
          <a:p>
            <a:pPr lvl="2" rtl="0"/>
            <a:r>
              <a:rPr lang="ru-RU" noProof="0"/>
              <a:t>Третий уровень</a:t>
            </a:r>
          </a:p>
          <a:p>
            <a:pPr lvl="3" rtl="0"/>
            <a:r>
              <a:rPr lang="ru-RU" noProof="0"/>
              <a:t>Четвертый уровень</a:t>
            </a:r>
          </a:p>
          <a:p>
            <a:pPr lvl="4" rtl="0"/>
            <a:r>
              <a:rPr lang="ru-RU" noProof="0"/>
              <a:t>Пятый уровень</a:t>
            </a:r>
          </a:p>
        </p:txBody>
      </p:sp>
      <p:sp>
        <p:nvSpPr>
          <p:cNvPr id="5" name="Нижний колонтитул 4">
            <a:extLst>
              <a:ext uri="{FF2B5EF4-FFF2-40B4-BE49-F238E27FC236}">
                <a16:creationId xmlns:a16="http://schemas.microsoft.com/office/drawing/2014/main" id="{930FBC45-A4BC-4EE5-82B1-8BC79122559A}"/>
              </a:ext>
            </a:extLst>
          </p:cNvPr>
          <p:cNvSpPr>
            <a:spLocks noGrp="1"/>
          </p:cNvSpPr>
          <p:nvPr>
            <p:ph type="ftr" sz="quarter" idx="3"/>
          </p:nvPr>
        </p:nvSpPr>
        <p:spPr>
          <a:xfrm>
            <a:off x="4370832" y="6153912"/>
            <a:ext cx="5397056" cy="502920"/>
          </a:xfrm>
          <a:prstGeom prst="rect">
            <a:avLst/>
          </a:prstGeom>
        </p:spPr>
        <p:txBody>
          <a:bodyPr vert="horz" lIns="0" tIns="0" rIns="91440" bIns="0" rtlCol="0" anchor="ctr"/>
          <a:lstStyle>
            <a:lvl1pPr algn="l">
              <a:defRPr sz="900" cap="all" spc="200" baseline="0">
                <a:solidFill>
                  <a:schemeClr val="tx2">
                    <a:alpha val="55000"/>
                  </a:schemeClr>
                </a:solidFill>
              </a:defRPr>
            </a:lvl1pPr>
          </a:lstStyle>
          <a:p>
            <a:pPr rtl="0"/>
            <a:r>
              <a:rPr lang="ru-RU" spc="200" noProof="0"/>
              <a:t>ЗАГОЛОВОК ПРЕЗЕНТАЦИИ</a:t>
            </a:r>
          </a:p>
        </p:txBody>
      </p:sp>
      <p:sp>
        <p:nvSpPr>
          <p:cNvPr id="6" name="Номер слайда 5">
            <a:extLst>
              <a:ext uri="{FF2B5EF4-FFF2-40B4-BE49-F238E27FC236}">
                <a16:creationId xmlns:a16="http://schemas.microsoft.com/office/drawing/2014/main" id="{725E1300-1995-409E-B058-59180872B694}"/>
              </a:ext>
            </a:extLst>
          </p:cNvPr>
          <p:cNvSpPr>
            <a:spLocks noGrp="1"/>
          </p:cNvSpPr>
          <p:nvPr>
            <p:ph type="sldNum" sz="quarter" idx="4"/>
          </p:nvPr>
        </p:nvSpPr>
        <p:spPr>
          <a:xfrm>
            <a:off x="10238232" y="6153912"/>
            <a:ext cx="1510856" cy="502920"/>
          </a:xfrm>
          <a:prstGeom prst="rect">
            <a:avLst/>
          </a:prstGeom>
        </p:spPr>
        <p:txBody>
          <a:bodyPr vert="horz" lIns="0" tIns="0" rIns="0" bIns="0" rtlCol="0" anchor="ctr"/>
          <a:lstStyle>
            <a:lvl1pPr algn="r">
              <a:defRPr sz="900">
                <a:solidFill>
                  <a:schemeClr val="tx2">
                    <a:alpha val="55000"/>
                  </a:schemeClr>
                </a:solidFill>
              </a:defRPr>
            </a:lvl1pPr>
          </a:lstStyle>
          <a:p>
            <a:pPr rtl="0"/>
            <a:fld id="{0D309695-DEC3-40DA-9DF5-330280C9D0E8}" type="slidenum">
              <a:rPr lang="ru-RU" noProof="0" smtClean="0"/>
              <a:pPr/>
              <a:t>‹#›</a:t>
            </a:fld>
            <a:endParaRPr lang="ru-RU" noProof="0"/>
          </a:p>
        </p:txBody>
      </p:sp>
      <p:sp>
        <p:nvSpPr>
          <p:cNvPr id="10" name="Дата 3">
            <a:extLst>
              <a:ext uri="{FF2B5EF4-FFF2-40B4-BE49-F238E27FC236}">
                <a16:creationId xmlns:a16="http://schemas.microsoft.com/office/drawing/2014/main" id="{639030E9-7F3B-403F-96B2-7C2C627C30A0}"/>
              </a:ext>
            </a:extLst>
          </p:cNvPr>
          <p:cNvSpPr>
            <a:spLocks noGrp="1"/>
          </p:cNvSpPr>
          <p:nvPr>
            <p:ph type="dt" sz="half" idx="2"/>
          </p:nvPr>
        </p:nvSpPr>
        <p:spPr>
          <a:xfrm>
            <a:off x="442912" y="6152968"/>
            <a:ext cx="3457576" cy="502920"/>
          </a:xfrm>
          <a:prstGeom prst="rect">
            <a:avLst/>
          </a:prstGeom>
        </p:spPr>
        <p:txBody>
          <a:bodyPr wrap="square" lIns="0" tIns="0" rIns="0" bIns="0" rtlCol="0" anchor="ctr" anchorCtr="0">
            <a:normAutofit/>
          </a:bodyPr>
          <a:lstStyle>
            <a:lvl1pPr>
              <a:defRPr sz="900" cap="all" spc="200" baseline="0">
                <a:solidFill>
                  <a:schemeClr val="tx1">
                    <a:alpha val="55000"/>
                  </a:schemeClr>
                </a:solidFill>
              </a:defRPr>
            </a:lvl1pPr>
          </a:lstStyle>
          <a:p>
            <a:pPr rtl="0"/>
            <a:r>
              <a:rPr lang="ru-RU" noProof="0"/>
              <a:t>02.02.20ГГ</a:t>
            </a:r>
          </a:p>
        </p:txBody>
      </p:sp>
    </p:spTree>
    <p:extLst>
      <p:ext uri="{BB962C8B-B14F-4D97-AF65-F5344CB8AC3E}">
        <p14:creationId xmlns:p14="http://schemas.microsoft.com/office/powerpoint/2010/main" val="623112582"/>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 id="2147483674" r:id="rId13"/>
  </p:sldLayoutIdLst>
  <p:hf hdr="0"/>
  <p:txStyles>
    <p:titleStyle>
      <a:lvl1pPr algn="l" defTabSz="914400" rtl="0" eaLnBrk="1" latinLnBrk="0" hangingPunct="1">
        <a:lnSpc>
          <a:spcPct val="100000"/>
        </a:lnSpc>
        <a:spcBef>
          <a:spcPct val="0"/>
        </a:spcBef>
        <a:buNone/>
        <a:defRPr sz="2800" i="1" kern="1200">
          <a:solidFill>
            <a:schemeClr val="tx2"/>
          </a:solidFill>
          <a:latin typeface="Times New Roman" panose="02020603050405020304" pitchFamily="18" charset="0"/>
          <a:ea typeface="+mj-ea"/>
          <a:cs typeface="+mj-cs"/>
        </a:defRPr>
      </a:lvl1pPr>
    </p:titleStyle>
    <p:bodyStyle>
      <a:lvl1pPr marL="450000" indent="-448056" algn="l" defTabSz="914400" rtl="0" eaLnBrk="1" latinLnBrk="0" hangingPunct="1">
        <a:lnSpc>
          <a:spcPct val="140000"/>
        </a:lnSpc>
        <a:spcBef>
          <a:spcPts val="1000"/>
        </a:spcBef>
        <a:buClr>
          <a:schemeClr val="tx2">
            <a:lumMod val="75000"/>
          </a:schemeClr>
        </a:buClr>
        <a:buFont typeface="Calibri Light" panose="020F0302020204030204" pitchFamily="34" charset="0"/>
        <a:buChar char="→"/>
        <a:defRPr sz="1800" kern="1200">
          <a:solidFill>
            <a:schemeClr val="tx2">
              <a:alpha val="55000"/>
            </a:schemeClr>
          </a:solidFill>
          <a:latin typeface="+mn-lt"/>
          <a:ea typeface="+mn-ea"/>
          <a:cs typeface="+mn-cs"/>
        </a:defRPr>
      </a:lvl1pPr>
      <a:lvl2pPr marL="900000" indent="-448056" algn="l" defTabSz="914400" rtl="0" eaLnBrk="1" latinLnBrk="0" hangingPunct="1">
        <a:lnSpc>
          <a:spcPct val="140000"/>
        </a:lnSpc>
        <a:spcBef>
          <a:spcPts val="500"/>
        </a:spcBef>
        <a:buClr>
          <a:schemeClr val="tx2">
            <a:lumMod val="75000"/>
          </a:schemeClr>
        </a:buClr>
        <a:buFont typeface="Calibri Light" panose="020F0302020204030204" pitchFamily="34" charset="0"/>
        <a:buChar char="→"/>
        <a:defRPr sz="1800" kern="1200">
          <a:solidFill>
            <a:schemeClr val="tx2">
              <a:alpha val="55000"/>
            </a:schemeClr>
          </a:solidFill>
          <a:latin typeface="+mn-lt"/>
          <a:ea typeface="+mn-ea"/>
          <a:cs typeface="+mn-cs"/>
        </a:defRPr>
      </a:lvl2pPr>
      <a:lvl3pPr marL="1350000" indent="-448056" algn="l" defTabSz="914400" rtl="0" eaLnBrk="1" latinLnBrk="0" hangingPunct="1">
        <a:lnSpc>
          <a:spcPct val="140000"/>
        </a:lnSpc>
        <a:spcBef>
          <a:spcPts val="500"/>
        </a:spcBef>
        <a:buClr>
          <a:schemeClr val="tx2">
            <a:lumMod val="75000"/>
          </a:schemeClr>
        </a:buClr>
        <a:buFont typeface="Calibri Light" panose="020F0302020204030204" pitchFamily="34" charset="0"/>
        <a:buChar char="→"/>
        <a:defRPr sz="1800" kern="1200">
          <a:solidFill>
            <a:schemeClr val="tx2">
              <a:alpha val="55000"/>
            </a:schemeClr>
          </a:solidFill>
          <a:latin typeface="+mn-lt"/>
          <a:ea typeface="+mn-ea"/>
          <a:cs typeface="+mn-cs"/>
        </a:defRPr>
      </a:lvl3pPr>
      <a:lvl4pPr marL="1800000" indent="-448056" algn="l" defTabSz="914400" rtl="0" eaLnBrk="1" latinLnBrk="0" hangingPunct="1">
        <a:lnSpc>
          <a:spcPct val="140000"/>
        </a:lnSpc>
        <a:spcBef>
          <a:spcPts val="500"/>
        </a:spcBef>
        <a:buClr>
          <a:schemeClr val="tx2">
            <a:lumMod val="75000"/>
          </a:schemeClr>
        </a:buClr>
        <a:buFont typeface="Calibri Light" panose="020F0302020204030204" pitchFamily="34" charset="0"/>
        <a:buChar char="→"/>
        <a:defRPr sz="1800" kern="1200">
          <a:solidFill>
            <a:schemeClr val="tx2">
              <a:alpha val="55000"/>
            </a:schemeClr>
          </a:solidFill>
          <a:latin typeface="+mn-lt"/>
          <a:ea typeface="+mn-ea"/>
          <a:cs typeface="+mn-cs"/>
        </a:defRPr>
      </a:lvl4pPr>
      <a:lvl5pPr marL="2250000" indent="-448056" algn="l" defTabSz="914400" rtl="0" eaLnBrk="1" latinLnBrk="0" hangingPunct="1">
        <a:lnSpc>
          <a:spcPct val="140000"/>
        </a:lnSpc>
        <a:spcBef>
          <a:spcPts val="500"/>
        </a:spcBef>
        <a:buClr>
          <a:schemeClr val="tx2">
            <a:lumMod val="75000"/>
          </a:schemeClr>
        </a:buClr>
        <a:buFont typeface="Calibri Light" panose="020F0302020204030204" pitchFamily="34" charset="0"/>
        <a:buChar char="→"/>
        <a:defRPr sz="1800" kern="1200">
          <a:solidFill>
            <a:schemeClr val="tx2">
              <a:alpha val="5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48">
          <p15:clr>
            <a:srgbClr val="F26B43"/>
          </p15:clr>
        </p15:guide>
        <p15:guide id="2" pos="279">
          <p15:clr>
            <a:srgbClr val="F26B43"/>
          </p15:clr>
        </p15:guide>
        <p15:guide id="3" pos="1232">
          <p15:clr>
            <a:srgbClr val="5ACBF0"/>
          </p15:clr>
        </p15:guide>
        <p15:guide id="4" pos="1527">
          <p15:clr>
            <a:srgbClr val="5ACBF0"/>
          </p15:clr>
        </p15:guide>
        <p15:guide id="5" pos="2457">
          <p15:clr>
            <a:srgbClr val="5ACBF0"/>
          </p15:clr>
        </p15:guide>
        <p15:guide id="6" pos="2751">
          <p15:clr>
            <a:srgbClr val="5ACBF0"/>
          </p15:clr>
        </p15:guide>
        <p15:guide id="7" pos="3704">
          <p15:clr>
            <a:srgbClr val="5ACBF0"/>
          </p15:clr>
        </p15:guide>
        <p15:guide id="8" pos="3976">
          <p15:clr>
            <a:srgbClr val="5ACBF0"/>
          </p15:clr>
        </p15:guide>
        <p15:guide id="9" pos="4929">
          <p15:clr>
            <a:srgbClr val="5ACBF0"/>
          </p15:clr>
        </p15:guide>
        <p15:guide id="10" pos="5201">
          <p15:clr>
            <a:srgbClr val="5ACBF0"/>
          </p15:clr>
        </p15:guide>
        <p15:guide id="11" pos="6153">
          <p15:clr>
            <a:srgbClr val="5ACBF0"/>
          </p15:clr>
        </p15:guide>
        <p15:guide id="12" pos="6448">
          <p15:clr>
            <a:srgbClr val="5ACBF0"/>
          </p15:clr>
        </p15:guide>
        <p15:guide id="13" pos="7401">
          <p15:clr>
            <a:srgbClr val="F26B43"/>
          </p15:clr>
        </p15:guide>
        <p15:guide id="14" orient="horz" pos="3475">
          <p15:clr>
            <a:srgbClr val="F26B43"/>
          </p15:clr>
        </p15:guide>
        <p15:guide id="15" orient="horz" pos="278">
          <p15:clr>
            <a:srgbClr val="F26B43"/>
          </p15:clr>
        </p15:guide>
        <p15:guide id="16" orient="horz" pos="2886">
          <p15:clr>
            <a:srgbClr val="5ACBF0"/>
          </p15:clr>
        </p15:guide>
        <p15:guide id="17" orient="horz" pos="2591">
          <p15:clr>
            <a:srgbClr val="5ACBF0"/>
          </p15:clr>
        </p15:guide>
        <p15:guide id="18" orient="horz" pos="2024">
          <p15:clr>
            <a:srgbClr val="5ACBF0"/>
          </p15:clr>
        </p15:guide>
        <p15:guide id="19" orient="horz" pos="1729">
          <p15:clr>
            <a:srgbClr val="5ACBF0"/>
          </p15:clr>
        </p15:guide>
        <p15:guide id="20" orient="horz" pos="1162">
          <p15:clr>
            <a:srgbClr val="5ACBF0"/>
          </p15:clr>
        </p15:guide>
        <p15:guide id="21" orient="horz" pos="867">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4A21F7C9-5828-4AED-834A-87AEA2281531}"/>
              </a:ext>
            </a:extLst>
          </p:cNvPr>
          <p:cNvSpPr>
            <a:spLocks noGrp="1"/>
          </p:cNvSpPr>
          <p:nvPr>
            <p:ph type="ctrTitle"/>
          </p:nvPr>
        </p:nvSpPr>
        <p:spPr>
          <a:xfrm>
            <a:off x="6311900" y="448056"/>
            <a:ext cx="5428996" cy="3401568"/>
          </a:xfrm>
        </p:spPr>
        <p:txBody>
          <a:bodyPr rtlCol="0" anchor="t">
            <a:normAutofit/>
          </a:bodyPr>
          <a:lstStyle/>
          <a:p>
            <a:pPr rtl="0"/>
            <a:r>
              <a:rPr lang="ru-RU" dirty="0"/>
              <a:t>Экономический рост и экономический цикл</a:t>
            </a:r>
          </a:p>
        </p:txBody>
      </p:sp>
      <p:sp>
        <p:nvSpPr>
          <p:cNvPr id="5" name="Подзаголовок 4">
            <a:extLst>
              <a:ext uri="{FF2B5EF4-FFF2-40B4-BE49-F238E27FC236}">
                <a16:creationId xmlns:a16="http://schemas.microsoft.com/office/drawing/2014/main" id="{6B2940A3-1B97-4EDD-B073-C632DA7FF7C2}"/>
              </a:ext>
            </a:extLst>
          </p:cNvPr>
          <p:cNvSpPr>
            <a:spLocks noGrp="1"/>
          </p:cNvSpPr>
          <p:nvPr>
            <p:ph type="subTitle" idx="1"/>
          </p:nvPr>
        </p:nvSpPr>
        <p:spPr>
          <a:xfrm>
            <a:off x="6311900" y="4471416"/>
            <a:ext cx="5428996" cy="1481328"/>
          </a:xfrm>
        </p:spPr>
        <p:txBody>
          <a:bodyPr rtlCol="0">
            <a:normAutofit/>
          </a:bodyPr>
          <a:lstStyle/>
          <a:p>
            <a:pPr rtl="0">
              <a:lnSpc>
                <a:spcPct val="130000"/>
              </a:lnSpc>
            </a:pPr>
            <a:endParaRPr lang="ru-RU" sz="2000" dirty="0"/>
          </a:p>
        </p:txBody>
      </p:sp>
      <p:pic>
        <p:nvPicPr>
          <p:cNvPr id="7" name="Рисунок 6" descr="Изображение выглядит как текст&#10;&#10;Автоматически созданное описание">
            <a:extLst>
              <a:ext uri="{FF2B5EF4-FFF2-40B4-BE49-F238E27FC236}">
                <a16:creationId xmlns:a16="http://schemas.microsoft.com/office/drawing/2014/main" id="{CC63200A-F820-46C9-84F8-E6D70AD32AB1}"/>
              </a:ext>
            </a:extLst>
          </p:cNvPr>
          <p:cNvPicPr>
            <a:picLocks noGrp="1" noChangeAspect="1"/>
          </p:cNvPicPr>
          <p:nvPr>
            <p:ph type="pic" sz="quarter" idx="10"/>
          </p:nvPr>
        </p:nvPicPr>
        <p:blipFill rotWithShape="1">
          <a:blip r:embed="rId3"/>
          <a:srcRect l="15732" r="15731"/>
          <a:stretch/>
        </p:blipFill>
        <p:spPr>
          <a:xfrm>
            <a:off x="450850" y="447675"/>
            <a:ext cx="5429250" cy="5545138"/>
          </a:xfrm>
          <a:noFill/>
        </p:spPr>
      </p:pic>
    </p:spTree>
    <p:extLst>
      <p:ext uri="{BB962C8B-B14F-4D97-AF65-F5344CB8AC3E}">
        <p14:creationId xmlns:p14="http://schemas.microsoft.com/office/powerpoint/2010/main" val="1325035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Заголовок 9">
            <a:extLst>
              <a:ext uri="{FF2B5EF4-FFF2-40B4-BE49-F238E27FC236}">
                <a16:creationId xmlns:a16="http://schemas.microsoft.com/office/drawing/2014/main" id="{C95E17A9-94C3-43A2-AF79-D18356EA3681}"/>
              </a:ext>
            </a:extLst>
          </p:cNvPr>
          <p:cNvSpPr>
            <a:spLocks noGrp="1"/>
          </p:cNvSpPr>
          <p:nvPr>
            <p:ph type="title"/>
          </p:nvPr>
        </p:nvSpPr>
        <p:spPr>
          <a:xfrm>
            <a:off x="448056" y="388800"/>
            <a:ext cx="5432044" cy="860400"/>
          </a:xfrm>
        </p:spPr>
        <p:txBody>
          <a:bodyPr rtlCol="0" anchor="b">
            <a:normAutofit/>
          </a:bodyPr>
          <a:lstStyle/>
          <a:p>
            <a:pPr rtl="0">
              <a:lnSpc>
                <a:spcPct val="90000"/>
              </a:lnSpc>
            </a:pPr>
            <a:r>
              <a:rPr lang="ru-RU" sz="3100"/>
              <a:t>Проблема экономического роста</a:t>
            </a:r>
          </a:p>
        </p:txBody>
      </p:sp>
      <p:sp>
        <p:nvSpPr>
          <p:cNvPr id="11" name="Объект 10">
            <a:extLst>
              <a:ext uri="{FF2B5EF4-FFF2-40B4-BE49-F238E27FC236}">
                <a16:creationId xmlns:a16="http://schemas.microsoft.com/office/drawing/2014/main" id="{BD10AD8D-8DE5-40F2-A2F2-E7567BEC34E4}"/>
              </a:ext>
            </a:extLst>
          </p:cNvPr>
          <p:cNvSpPr>
            <a:spLocks noGrp="1"/>
          </p:cNvSpPr>
          <p:nvPr>
            <p:ph idx="1"/>
          </p:nvPr>
        </p:nvSpPr>
        <p:spPr>
          <a:xfrm>
            <a:off x="448056" y="1944000"/>
            <a:ext cx="5432044" cy="4006800"/>
          </a:xfrm>
        </p:spPr>
        <p:txBody>
          <a:bodyPr rtlCol="0">
            <a:normAutofit/>
          </a:bodyPr>
          <a:lstStyle/>
          <a:p>
            <a:pPr>
              <a:lnSpc>
                <a:spcPct val="90000"/>
              </a:lnSpc>
            </a:pPr>
            <a:r>
              <a:rPr lang="ru-RU">
                <a:effectLst/>
              </a:rPr>
              <a:t>Проблема экономического роста и его темпов – одна из важнейших в макроэкономике. Ее изучение позволяет, во-первых, понять причины различий в уровне жизни и темпах экономического роста между различными странами в один и тот же период (</a:t>
            </a:r>
            <a:r>
              <a:rPr lang="ru-RU" err="1">
                <a:effectLst/>
              </a:rPr>
              <a:t>межстрановые</a:t>
            </a:r>
            <a:r>
              <a:rPr lang="ru-RU">
                <a:effectLst/>
              </a:rPr>
              <a:t> различия) и внутри страны в разные периоды (</a:t>
            </a:r>
            <a:r>
              <a:rPr lang="ru-RU" err="1">
                <a:effectLst/>
              </a:rPr>
              <a:t>межвременные</a:t>
            </a:r>
            <a:r>
              <a:rPr lang="ru-RU">
                <a:effectLst/>
              </a:rPr>
              <a:t> различия); во-вторых, выявить факторы экономического роста; в-третьих, определить условия сохранения высокого уровня жизни в странах, уже достигших его, и наконец, разработать меры государственной политики по обеспечению и ускорению экономического роста.</a:t>
            </a:r>
          </a:p>
          <a:p>
            <a:pPr rtl="0">
              <a:lnSpc>
                <a:spcPct val="90000"/>
              </a:lnSpc>
            </a:pPr>
            <a:endParaRPr lang="ru-RU"/>
          </a:p>
        </p:txBody>
      </p:sp>
      <p:pic>
        <p:nvPicPr>
          <p:cNvPr id="8" name="Рисунок 7">
            <a:extLst>
              <a:ext uri="{FF2B5EF4-FFF2-40B4-BE49-F238E27FC236}">
                <a16:creationId xmlns:a16="http://schemas.microsoft.com/office/drawing/2014/main" id="{B15DB778-B31F-43B4-85CC-C73041EFA430}"/>
              </a:ext>
            </a:extLst>
          </p:cNvPr>
          <p:cNvPicPr>
            <a:picLocks noGrp="1" noChangeAspect="1"/>
          </p:cNvPicPr>
          <p:nvPr>
            <p:ph type="pic" sz="quarter" idx="10"/>
          </p:nvPr>
        </p:nvPicPr>
        <p:blipFill rotWithShape="1">
          <a:blip r:embed="rId3"/>
          <a:srcRect l="21931" r="12167" b="1"/>
          <a:stretch/>
        </p:blipFill>
        <p:spPr>
          <a:xfrm>
            <a:off x="6307138" y="449263"/>
            <a:ext cx="5432425" cy="5502275"/>
          </a:xfrm>
          <a:noFill/>
        </p:spPr>
      </p:pic>
      <p:sp>
        <p:nvSpPr>
          <p:cNvPr id="16" name="Date Placeholder 4">
            <a:extLst>
              <a:ext uri="{FF2B5EF4-FFF2-40B4-BE49-F238E27FC236}">
                <a16:creationId xmlns:a16="http://schemas.microsoft.com/office/drawing/2014/main" id="{36107651-A560-4009-AAB1-6765818E7D30}"/>
              </a:ext>
            </a:extLst>
          </p:cNvPr>
          <p:cNvSpPr>
            <a:spLocks noGrp="1"/>
          </p:cNvSpPr>
          <p:nvPr>
            <p:ph type="dt" sz="half" idx="2"/>
          </p:nvPr>
        </p:nvSpPr>
        <p:spPr>
          <a:xfrm>
            <a:off x="442912" y="6152968"/>
            <a:ext cx="3457576" cy="502920"/>
          </a:xfrm>
        </p:spPr>
        <p:txBody>
          <a:bodyPr/>
          <a:lstStyle/>
          <a:p>
            <a:pPr rtl="0">
              <a:spcAft>
                <a:spcPts val="600"/>
              </a:spcAft>
            </a:pPr>
            <a:endParaRPr lang="ru-RU" noProof="0" dirty="0"/>
          </a:p>
        </p:txBody>
      </p:sp>
      <p:sp>
        <p:nvSpPr>
          <p:cNvPr id="18" name="Footer Placeholder 5">
            <a:extLst>
              <a:ext uri="{FF2B5EF4-FFF2-40B4-BE49-F238E27FC236}">
                <a16:creationId xmlns:a16="http://schemas.microsoft.com/office/drawing/2014/main" id="{E654E8A9-C01B-4DB4-9150-85AC6B424B83}"/>
              </a:ext>
            </a:extLst>
          </p:cNvPr>
          <p:cNvSpPr>
            <a:spLocks noGrp="1"/>
          </p:cNvSpPr>
          <p:nvPr>
            <p:ph type="ftr" sz="quarter" idx="3"/>
          </p:nvPr>
        </p:nvSpPr>
        <p:spPr>
          <a:xfrm>
            <a:off x="4370832" y="6153912"/>
            <a:ext cx="5397056" cy="502920"/>
          </a:xfrm>
        </p:spPr>
        <p:txBody>
          <a:bodyPr/>
          <a:lstStyle/>
          <a:p>
            <a:pPr rtl="0">
              <a:spcAft>
                <a:spcPts val="600"/>
              </a:spcAft>
            </a:pPr>
            <a:r>
              <a:rPr lang="ru-RU" noProof="0"/>
              <a:t>ЗАГОЛОВОК ПРЕЗЕНТАЦИИ</a:t>
            </a:r>
          </a:p>
        </p:txBody>
      </p:sp>
      <p:sp>
        <p:nvSpPr>
          <p:cNvPr id="4" name="Номер слайда 3">
            <a:extLst>
              <a:ext uri="{FF2B5EF4-FFF2-40B4-BE49-F238E27FC236}">
                <a16:creationId xmlns:a16="http://schemas.microsoft.com/office/drawing/2014/main" id="{0176EB0E-E7B9-4EF9-A88F-4A2531EADAFD}"/>
              </a:ext>
            </a:extLst>
          </p:cNvPr>
          <p:cNvSpPr>
            <a:spLocks noGrp="1"/>
          </p:cNvSpPr>
          <p:nvPr>
            <p:ph type="sldNum" sz="quarter" idx="4"/>
          </p:nvPr>
        </p:nvSpPr>
        <p:spPr>
          <a:xfrm>
            <a:off x="11241025" y="6153912"/>
            <a:ext cx="502920" cy="502920"/>
          </a:xfrm>
        </p:spPr>
        <p:txBody>
          <a:bodyPr rtlCol="0" anchor="ctr">
            <a:normAutofit/>
          </a:bodyPr>
          <a:lstStyle/>
          <a:p>
            <a:pPr rtl="0">
              <a:spcAft>
                <a:spcPts val="600"/>
              </a:spcAft>
            </a:pPr>
            <a:fld id="{0D309695-DEC3-40DA-9DF5-330280C9D0E8}" type="slidenum">
              <a:rPr lang="ru-RU" smtClean="0"/>
              <a:pPr rtl="0">
                <a:spcAft>
                  <a:spcPts val="600"/>
                </a:spcAft>
              </a:pPr>
              <a:t>2</a:t>
            </a:fld>
            <a:endParaRPr lang="ru-RU"/>
          </a:p>
        </p:txBody>
      </p:sp>
    </p:spTree>
    <p:extLst>
      <p:ext uri="{BB962C8B-B14F-4D97-AF65-F5344CB8AC3E}">
        <p14:creationId xmlns:p14="http://schemas.microsoft.com/office/powerpoint/2010/main" val="1986218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Заголовок 5">
            <a:extLst>
              <a:ext uri="{FF2B5EF4-FFF2-40B4-BE49-F238E27FC236}">
                <a16:creationId xmlns:a16="http://schemas.microsoft.com/office/drawing/2014/main" id="{5908C076-77CC-433E-AFC7-2562453C5E51}"/>
              </a:ext>
            </a:extLst>
          </p:cNvPr>
          <p:cNvSpPr>
            <a:spLocks noGrp="1"/>
          </p:cNvSpPr>
          <p:nvPr>
            <p:ph type="title"/>
          </p:nvPr>
        </p:nvSpPr>
        <p:spPr>
          <a:xfrm>
            <a:off x="154004" y="2792424"/>
            <a:ext cx="3667225" cy="1273152"/>
          </a:xfrm>
        </p:spPr>
        <p:txBody>
          <a:bodyPr rtlCol="0">
            <a:normAutofit/>
          </a:bodyPr>
          <a:lstStyle/>
          <a:p>
            <a:pPr rtl="0"/>
            <a:r>
              <a:rPr lang="ru-RU" sz="4000" dirty="0"/>
              <a:t>Экономический рост</a:t>
            </a:r>
          </a:p>
        </p:txBody>
      </p:sp>
      <p:sp>
        <p:nvSpPr>
          <p:cNvPr id="13" name="Номер слайда 12">
            <a:extLst>
              <a:ext uri="{FF2B5EF4-FFF2-40B4-BE49-F238E27FC236}">
                <a16:creationId xmlns:a16="http://schemas.microsoft.com/office/drawing/2014/main" id="{28495266-577B-44EF-B157-3D0A14948591}"/>
              </a:ext>
            </a:extLst>
          </p:cNvPr>
          <p:cNvSpPr>
            <a:spLocks noGrp="1"/>
          </p:cNvSpPr>
          <p:nvPr>
            <p:ph type="sldNum" sz="quarter" idx="4"/>
          </p:nvPr>
        </p:nvSpPr>
        <p:spPr>
          <a:xfrm>
            <a:off x="11241025" y="6153912"/>
            <a:ext cx="502920" cy="502920"/>
          </a:xfrm>
        </p:spPr>
        <p:txBody>
          <a:bodyPr rtlCol="0"/>
          <a:lstStyle/>
          <a:p>
            <a:pPr rtl="0"/>
            <a:fld id="{0D309695-DEC3-40DA-9DF5-330280C9D0E8}" type="slidenum">
              <a:rPr lang="ru-RU" smtClean="0"/>
              <a:pPr rtl="0"/>
              <a:t>3</a:t>
            </a:fld>
            <a:endParaRPr lang="ru-RU" dirty="0"/>
          </a:p>
        </p:txBody>
      </p:sp>
      <p:sp>
        <p:nvSpPr>
          <p:cNvPr id="3" name="Объект 2">
            <a:extLst>
              <a:ext uri="{FF2B5EF4-FFF2-40B4-BE49-F238E27FC236}">
                <a16:creationId xmlns:a16="http://schemas.microsoft.com/office/drawing/2014/main" id="{D2D91E32-C46A-4608-B0BE-A7042DA88AC8}"/>
              </a:ext>
            </a:extLst>
          </p:cNvPr>
          <p:cNvSpPr>
            <a:spLocks noGrp="1"/>
          </p:cNvSpPr>
          <p:nvPr>
            <p:ph sz="quarter" idx="11"/>
          </p:nvPr>
        </p:nvSpPr>
        <p:spPr/>
        <p:txBody>
          <a:bodyPr>
            <a:normAutofit/>
          </a:bodyPr>
          <a:lstStyle/>
          <a:p>
            <a:r>
              <a:rPr lang="ru-RU" sz="2400" dirty="0">
                <a:solidFill>
                  <a:schemeClr val="tx1">
                    <a:lumMod val="75000"/>
                  </a:schemeClr>
                </a:solidFill>
                <a:latin typeface="Merriweather" panose="00000500000000000000" pitchFamily="2" charset="-52"/>
                <a:ea typeface="Times New Roman" panose="02020603050405020304" pitchFamily="18" charset="0"/>
                <a:cs typeface="Times New Roman" panose="02020603050405020304" pitchFamily="18" charset="0"/>
              </a:rPr>
              <a:t>П</a:t>
            </a:r>
            <a:r>
              <a:rPr lang="ru-RU" sz="2400"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од экономическим ростом обычно понимают долговременную тенденцию увеличения реального объема выпуска в экономике. </a:t>
            </a:r>
            <a:r>
              <a:rPr lang="ru-RU" sz="2400" dirty="0">
                <a:solidFill>
                  <a:schemeClr val="tx1">
                    <a:lumMod val="75000"/>
                  </a:schemeClr>
                </a:solidFill>
                <a:latin typeface="Merriweather" panose="00000500000000000000" pitchFamily="2" charset="-52"/>
                <a:ea typeface="Times New Roman" panose="02020603050405020304" pitchFamily="18" charset="0"/>
                <a:cs typeface="Times New Roman" panose="02020603050405020304" pitchFamily="18" charset="0"/>
              </a:rPr>
              <a:t>Д</a:t>
            </a:r>
            <a:r>
              <a:rPr lang="ru-RU" sz="2400"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ля измерения экономического роста используются показатели абсолютного прироста или темпов прироста реального объёма выпуска в целом (ВВП, ВНД) или в расчете на душу населения.</a:t>
            </a:r>
            <a:endParaRPr lang="ru-RU" sz="2400" dirty="0"/>
          </a:p>
        </p:txBody>
      </p:sp>
    </p:spTree>
    <p:extLst>
      <p:ext uri="{BB962C8B-B14F-4D97-AF65-F5344CB8AC3E}">
        <p14:creationId xmlns:p14="http://schemas.microsoft.com/office/powerpoint/2010/main" val="892730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5E841CD2-4811-464E-BE22-D92463DD2E08}"/>
              </a:ext>
            </a:extLst>
          </p:cNvPr>
          <p:cNvSpPr>
            <a:spLocks noGrp="1"/>
          </p:cNvSpPr>
          <p:nvPr>
            <p:ph type="title"/>
          </p:nvPr>
        </p:nvSpPr>
        <p:spPr>
          <a:xfrm>
            <a:off x="371054" y="3089197"/>
            <a:ext cx="2854800" cy="679605"/>
          </a:xfrm>
        </p:spPr>
        <p:txBody>
          <a:bodyPr rtlCol="0"/>
          <a:lstStyle/>
          <a:p>
            <a:pPr rtl="0"/>
            <a:r>
              <a:rPr lang="ru-RU" dirty="0"/>
              <a:t>ЦЕЛЬ</a:t>
            </a:r>
          </a:p>
        </p:txBody>
      </p:sp>
      <p:sp>
        <p:nvSpPr>
          <p:cNvPr id="13" name="Номер слайда 12">
            <a:extLst>
              <a:ext uri="{FF2B5EF4-FFF2-40B4-BE49-F238E27FC236}">
                <a16:creationId xmlns:a16="http://schemas.microsoft.com/office/drawing/2014/main" id="{E83BB431-00CF-471B-9880-9921E14DD69A}"/>
              </a:ext>
            </a:extLst>
          </p:cNvPr>
          <p:cNvSpPr>
            <a:spLocks noGrp="1"/>
          </p:cNvSpPr>
          <p:nvPr>
            <p:ph type="sldNum" sz="quarter" idx="4"/>
          </p:nvPr>
        </p:nvSpPr>
        <p:spPr>
          <a:xfrm>
            <a:off x="11241025" y="6153912"/>
            <a:ext cx="502920" cy="502920"/>
          </a:xfrm>
        </p:spPr>
        <p:txBody>
          <a:bodyPr rtlCol="0"/>
          <a:lstStyle/>
          <a:p>
            <a:pPr rtl="0"/>
            <a:fld id="{0D309695-DEC3-40DA-9DF5-330280C9D0E8}" type="slidenum">
              <a:rPr lang="ru-RU" smtClean="0"/>
              <a:pPr rtl="0"/>
              <a:t>4</a:t>
            </a:fld>
            <a:endParaRPr lang="ru-RU" dirty="0"/>
          </a:p>
        </p:txBody>
      </p:sp>
      <p:sp>
        <p:nvSpPr>
          <p:cNvPr id="3" name="Объект 2">
            <a:extLst>
              <a:ext uri="{FF2B5EF4-FFF2-40B4-BE49-F238E27FC236}">
                <a16:creationId xmlns:a16="http://schemas.microsoft.com/office/drawing/2014/main" id="{3E8860C6-B8F5-4334-90E4-216421AB811A}"/>
              </a:ext>
            </a:extLst>
          </p:cNvPr>
          <p:cNvSpPr>
            <a:spLocks noGrp="1"/>
          </p:cNvSpPr>
          <p:nvPr>
            <p:ph sz="quarter" idx="11"/>
          </p:nvPr>
        </p:nvSpPr>
        <p:spPr/>
        <p:txBody>
          <a:bodyPr>
            <a:normAutofit fontScale="92500" lnSpcReduction="10000"/>
          </a:bodyPr>
          <a:lstStyle/>
          <a:p>
            <a:r>
              <a:rPr lang="ru-RU" sz="2400" dirty="0">
                <a:solidFill>
                  <a:schemeClr val="tx1">
                    <a:lumMod val="75000"/>
                  </a:schemeClr>
                </a:solidFill>
                <a:latin typeface="Merriweather" panose="00000500000000000000" pitchFamily="2" charset="-52"/>
                <a:ea typeface="Times New Roman" panose="02020603050405020304" pitchFamily="18" charset="0"/>
                <a:cs typeface="Times New Roman" panose="02020603050405020304" pitchFamily="18" charset="0"/>
              </a:rPr>
              <a:t>Р</a:t>
            </a:r>
            <a:r>
              <a:rPr lang="ru-RU" sz="2400"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ост благосостояния и увеличение национального богатства. Чем больше производственный потенциал страны и чем выше темпы экономического роста, тем выше уровень и качество жизни. Как заметил известный американский экономист, лауреат Нобелевской премии Роберт Лукас, «значение этих проблем для благосостояния человечества таково, что, начав размышлять над ними однажды, невозможно думать о чем-либо другом».</a:t>
            </a:r>
            <a:endParaRPr lang="ru-RU" sz="2400" dirty="0">
              <a:solidFill>
                <a:schemeClr val="tx1">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endParaRPr lang="ru-RU" dirty="0"/>
          </a:p>
        </p:txBody>
      </p:sp>
    </p:spTree>
    <p:extLst>
      <p:ext uri="{BB962C8B-B14F-4D97-AF65-F5344CB8AC3E}">
        <p14:creationId xmlns:p14="http://schemas.microsoft.com/office/powerpoint/2010/main" val="2116083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Заголовок 48">
            <a:extLst>
              <a:ext uri="{FF2B5EF4-FFF2-40B4-BE49-F238E27FC236}">
                <a16:creationId xmlns:a16="http://schemas.microsoft.com/office/drawing/2014/main" id="{4CE6B3A9-5A1B-4BBF-974C-F623330C4AF3}"/>
              </a:ext>
            </a:extLst>
          </p:cNvPr>
          <p:cNvSpPr>
            <a:spLocks noGrp="1"/>
          </p:cNvSpPr>
          <p:nvPr>
            <p:ph type="title"/>
          </p:nvPr>
        </p:nvSpPr>
        <p:spPr>
          <a:xfrm>
            <a:off x="448798" y="380872"/>
            <a:ext cx="11300290" cy="1026572"/>
          </a:xfrm>
        </p:spPr>
        <p:txBody>
          <a:bodyPr rtlCol="0"/>
          <a:lstStyle/>
          <a:p>
            <a:pPr rtl="0"/>
            <a:r>
              <a:rPr lang="ru-RU" sz="1800"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Графически экономический рост может быть представлен тремя способами: а) через кривую реального ВВП; б) через кривую производственных возможностей; в) с помощью модели </a:t>
            </a:r>
            <a:r>
              <a:rPr lang="ru-RU" sz="1800" i="1"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«AD – AS»</a:t>
            </a:r>
            <a:r>
              <a:rPr lang="ru-RU" sz="1800"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 </a:t>
            </a:r>
            <a:endParaRPr lang="ru-RU" dirty="0">
              <a:solidFill>
                <a:schemeClr val="tx1">
                  <a:lumMod val="75000"/>
                </a:schemeClr>
              </a:solidFill>
            </a:endParaRPr>
          </a:p>
        </p:txBody>
      </p:sp>
      <p:sp>
        <p:nvSpPr>
          <p:cNvPr id="4" name="Номер слайда 3">
            <a:extLst>
              <a:ext uri="{FF2B5EF4-FFF2-40B4-BE49-F238E27FC236}">
                <a16:creationId xmlns:a16="http://schemas.microsoft.com/office/drawing/2014/main" id="{70715F87-78A2-4A8C-B23D-976766A3F9B5}"/>
              </a:ext>
            </a:extLst>
          </p:cNvPr>
          <p:cNvSpPr>
            <a:spLocks noGrp="1"/>
          </p:cNvSpPr>
          <p:nvPr>
            <p:ph type="sldNum" sz="quarter" idx="4"/>
          </p:nvPr>
        </p:nvSpPr>
        <p:spPr>
          <a:xfrm>
            <a:off x="11241025" y="6153912"/>
            <a:ext cx="502920" cy="502920"/>
          </a:xfrm>
        </p:spPr>
        <p:txBody>
          <a:bodyPr rtlCol="0"/>
          <a:lstStyle/>
          <a:p>
            <a:pPr rtl="0"/>
            <a:fld id="{0D309695-DEC3-40DA-9DF5-330280C9D0E8}" type="slidenum">
              <a:rPr lang="ru-RU" smtClean="0"/>
              <a:pPr rtl="0"/>
              <a:t>5</a:t>
            </a:fld>
            <a:endParaRPr lang="ru-RU"/>
          </a:p>
        </p:txBody>
      </p:sp>
      <p:pic>
        <p:nvPicPr>
          <p:cNvPr id="18" name="Рисунок 17">
            <a:extLst>
              <a:ext uri="{FF2B5EF4-FFF2-40B4-BE49-F238E27FC236}">
                <a16:creationId xmlns:a16="http://schemas.microsoft.com/office/drawing/2014/main" id="{46493020-7174-4E08-A145-892F255959E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956435"/>
            <a:ext cx="6279356" cy="4700397"/>
          </a:xfrm>
          <a:prstGeom prst="rect">
            <a:avLst/>
          </a:prstGeom>
          <a:noFill/>
          <a:ln>
            <a:noFill/>
          </a:ln>
        </p:spPr>
      </p:pic>
      <p:sp>
        <p:nvSpPr>
          <p:cNvPr id="17" name="TextBox 16">
            <a:extLst>
              <a:ext uri="{FF2B5EF4-FFF2-40B4-BE49-F238E27FC236}">
                <a16:creationId xmlns:a16="http://schemas.microsoft.com/office/drawing/2014/main" id="{1156BEE9-24B0-4990-B12F-5527083E31E6}"/>
              </a:ext>
            </a:extLst>
          </p:cNvPr>
          <p:cNvSpPr txBox="1"/>
          <p:nvPr/>
        </p:nvSpPr>
        <p:spPr>
          <a:xfrm>
            <a:off x="2428878" y="2014538"/>
            <a:ext cx="2343150" cy="307777"/>
          </a:xfrm>
          <a:prstGeom prst="rect">
            <a:avLst/>
          </a:prstGeom>
          <a:noFill/>
        </p:spPr>
        <p:txBody>
          <a:bodyPr wrap="square" rtlCol="0">
            <a:spAutoFit/>
          </a:bodyPr>
          <a:lstStyle/>
          <a:p>
            <a:r>
              <a:rPr lang="ru-RU" sz="1400" dirty="0">
                <a:highlight>
                  <a:srgbClr val="000000"/>
                </a:highlight>
              </a:rPr>
              <a:t>А) Реальный ВВП</a:t>
            </a:r>
          </a:p>
        </p:txBody>
      </p:sp>
      <p:sp>
        <p:nvSpPr>
          <p:cNvPr id="19" name="TextBox 18">
            <a:extLst>
              <a:ext uri="{FF2B5EF4-FFF2-40B4-BE49-F238E27FC236}">
                <a16:creationId xmlns:a16="http://schemas.microsoft.com/office/drawing/2014/main" id="{CEBA04C7-7EB8-426C-B734-CA4767BF3717}"/>
              </a:ext>
            </a:extLst>
          </p:cNvPr>
          <p:cNvSpPr txBox="1"/>
          <p:nvPr/>
        </p:nvSpPr>
        <p:spPr>
          <a:xfrm>
            <a:off x="4400551" y="2852529"/>
            <a:ext cx="1193006" cy="338554"/>
          </a:xfrm>
          <a:prstGeom prst="rect">
            <a:avLst/>
          </a:prstGeom>
          <a:noFill/>
        </p:spPr>
        <p:txBody>
          <a:bodyPr wrap="square" rtlCol="0">
            <a:spAutoFit/>
          </a:bodyPr>
          <a:lstStyle/>
          <a:p>
            <a:r>
              <a:rPr lang="ru-RU" sz="1600" dirty="0">
                <a:highlight>
                  <a:srgbClr val="000000"/>
                </a:highlight>
              </a:rPr>
              <a:t>Тренд   </a:t>
            </a:r>
          </a:p>
        </p:txBody>
      </p:sp>
      <p:sp>
        <p:nvSpPr>
          <p:cNvPr id="20" name="TextBox 19">
            <a:extLst>
              <a:ext uri="{FF2B5EF4-FFF2-40B4-BE49-F238E27FC236}">
                <a16:creationId xmlns:a16="http://schemas.microsoft.com/office/drawing/2014/main" id="{E7E379E8-809A-4AA6-99C7-12F728D6A6BA}"/>
              </a:ext>
            </a:extLst>
          </p:cNvPr>
          <p:cNvSpPr txBox="1"/>
          <p:nvPr/>
        </p:nvSpPr>
        <p:spPr>
          <a:xfrm>
            <a:off x="4142898" y="4087177"/>
            <a:ext cx="1971675" cy="307777"/>
          </a:xfrm>
          <a:prstGeom prst="rect">
            <a:avLst/>
          </a:prstGeom>
          <a:noFill/>
        </p:spPr>
        <p:txBody>
          <a:bodyPr wrap="square" rtlCol="0">
            <a:spAutoFit/>
          </a:bodyPr>
          <a:lstStyle/>
          <a:p>
            <a:r>
              <a:rPr lang="ru-RU" sz="1400" dirty="0">
                <a:highlight>
                  <a:srgbClr val="000000"/>
                </a:highlight>
              </a:rPr>
              <a:t>Время (годы)</a:t>
            </a:r>
          </a:p>
        </p:txBody>
      </p:sp>
      <p:sp>
        <p:nvSpPr>
          <p:cNvPr id="21" name="TextBox 20">
            <a:extLst>
              <a:ext uri="{FF2B5EF4-FFF2-40B4-BE49-F238E27FC236}">
                <a16:creationId xmlns:a16="http://schemas.microsoft.com/office/drawing/2014/main" id="{24A12F37-B1B6-4E97-AB08-8C19E0B6F0E3}"/>
              </a:ext>
            </a:extLst>
          </p:cNvPr>
          <p:cNvSpPr txBox="1"/>
          <p:nvPr/>
        </p:nvSpPr>
        <p:spPr>
          <a:xfrm>
            <a:off x="5654278" y="1780318"/>
            <a:ext cx="2386012" cy="523220"/>
          </a:xfrm>
          <a:prstGeom prst="rect">
            <a:avLst/>
          </a:prstGeom>
          <a:solidFill>
            <a:schemeClr val="bg1"/>
          </a:solidFill>
        </p:spPr>
        <p:txBody>
          <a:bodyPr wrap="square" rtlCol="0">
            <a:spAutoFit/>
          </a:bodyPr>
          <a:lstStyle/>
          <a:p>
            <a:r>
              <a:rPr lang="ru-RU" sz="1400" dirty="0">
                <a:highlight>
                  <a:srgbClr val="000000"/>
                </a:highlight>
              </a:rPr>
              <a:t>Б) инвестиционные</a:t>
            </a:r>
          </a:p>
          <a:p>
            <a:r>
              <a:rPr lang="ru-RU" sz="1400" dirty="0">
                <a:highlight>
                  <a:srgbClr val="000000"/>
                </a:highlight>
              </a:rPr>
              <a:t>товары</a:t>
            </a:r>
          </a:p>
        </p:txBody>
      </p:sp>
      <p:sp>
        <p:nvSpPr>
          <p:cNvPr id="22" name="TextBox 21">
            <a:extLst>
              <a:ext uri="{FF2B5EF4-FFF2-40B4-BE49-F238E27FC236}">
                <a16:creationId xmlns:a16="http://schemas.microsoft.com/office/drawing/2014/main" id="{EB0462B9-35D7-43B3-B4DB-2BA5D6085B4B}"/>
              </a:ext>
            </a:extLst>
          </p:cNvPr>
          <p:cNvSpPr txBox="1"/>
          <p:nvPr/>
        </p:nvSpPr>
        <p:spPr>
          <a:xfrm>
            <a:off x="7172325" y="4243922"/>
            <a:ext cx="2300287" cy="523220"/>
          </a:xfrm>
          <a:prstGeom prst="rect">
            <a:avLst/>
          </a:prstGeom>
          <a:solidFill>
            <a:schemeClr val="bg1"/>
          </a:solidFill>
        </p:spPr>
        <p:txBody>
          <a:bodyPr wrap="square" rtlCol="0">
            <a:spAutoFit/>
          </a:bodyPr>
          <a:lstStyle/>
          <a:p>
            <a:r>
              <a:rPr lang="ru-RU" sz="1400" dirty="0"/>
              <a:t>Потребительские товары</a:t>
            </a:r>
          </a:p>
        </p:txBody>
      </p:sp>
      <p:sp>
        <p:nvSpPr>
          <p:cNvPr id="23" name="TextBox 22">
            <a:extLst>
              <a:ext uri="{FF2B5EF4-FFF2-40B4-BE49-F238E27FC236}">
                <a16:creationId xmlns:a16="http://schemas.microsoft.com/office/drawing/2014/main" id="{89A41837-EA5F-4309-9BC8-502633664571}"/>
              </a:ext>
            </a:extLst>
          </p:cNvPr>
          <p:cNvSpPr txBox="1"/>
          <p:nvPr/>
        </p:nvSpPr>
        <p:spPr>
          <a:xfrm>
            <a:off x="207169" y="2041928"/>
            <a:ext cx="2221709" cy="4524315"/>
          </a:xfrm>
          <a:prstGeom prst="rect">
            <a:avLst/>
          </a:prstGeom>
          <a:noFill/>
        </p:spPr>
        <p:txBody>
          <a:bodyPr wrap="square" rtlCol="0">
            <a:spAutoFit/>
          </a:bodyPr>
          <a:lstStyle/>
          <a:p>
            <a:r>
              <a:rPr lang="ru-RU" sz="1200"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На </a:t>
            </a:r>
            <a:r>
              <a:rPr lang="ru-RU" sz="1200" i="1"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а)</a:t>
            </a:r>
            <a:r>
              <a:rPr lang="ru-RU" sz="1200"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 кривая (тренд) отражает долгосрочную тенденцию увеличения реального ВВП. На рис. </a:t>
            </a:r>
            <a:r>
              <a:rPr lang="ru-RU" sz="1200" i="1"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Б)</a:t>
            </a:r>
            <a:r>
              <a:rPr lang="ru-RU" sz="1200"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 экономический рост показан с помощью кривой производственных возможностей (КПВ). КПВ отражает ограниченность ресурсов в экономике в определенный период времени. Каждая точка кривой соответствует некоторому сочетанию количеств потребительских и инвестиционных товаров, которое можно произвести с помощью имеющихся экономических ресурсов. </a:t>
            </a:r>
            <a:endParaRPr lang="ru-RU" sz="4000" dirty="0"/>
          </a:p>
        </p:txBody>
      </p:sp>
      <p:sp>
        <p:nvSpPr>
          <p:cNvPr id="24" name="TextBox 23">
            <a:extLst>
              <a:ext uri="{FF2B5EF4-FFF2-40B4-BE49-F238E27FC236}">
                <a16:creationId xmlns:a16="http://schemas.microsoft.com/office/drawing/2014/main" id="{A6A1B801-0429-458C-A5C9-A0CF1B59ACCC}"/>
              </a:ext>
            </a:extLst>
          </p:cNvPr>
          <p:cNvSpPr txBox="1"/>
          <p:nvPr/>
        </p:nvSpPr>
        <p:spPr>
          <a:xfrm>
            <a:off x="8737334" y="1780318"/>
            <a:ext cx="3370000" cy="5078313"/>
          </a:xfrm>
          <a:prstGeom prst="rect">
            <a:avLst/>
          </a:prstGeom>
          <a:noFill/>
        </p:spPr>
        <p:txBody>
          <a:bodyPr wrap="square" rtlCol="0">
            <a:spAutoFit/>
          </a:bodyPr>
          <a:lstStyle/>
          <a:p>
            <a:r>
              <a:rPr lang="ru-RU" sz="1800"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На рис. </a:t>
            </a:r>
            <a:r>
              <a:rPr lang="ru-RU" sz="1800" i="1"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В)</a:t>
            </a:r>
            <a:r>
              <a:rPr lang="ru-RU" sz="1800"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 экономический рост изображен с помощью модели </a:t>
            </a:r>
            <a:r>
              <a:rPr lang="ru-RU" sz="1800" i="1"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«AD – AS»</a:t>
            </a:r>
            <a:r>
              <a:rPr lang="ru-RU" sz="1800"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 Поскольку экономический рост представляет собой рост потенциального ВВП, т. е. реального ВВП в долгосрочном периоде, то графически его можно представить как сдвиг вправо долгосрочной кривой совокупного предложения (</a:t>
            </a:r>
            <a:r>
              <a:rPr lang="ru-RU" sz="1800" i="1"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LRAS</a:t>
            </a:r>
            <a:r>
              <a:rPr lang="ru-RU" sz="1800"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 и рост объема производства от </a:t>
            </a:r>
            <a:r>
              <a:rPr lang="ru-RU" sz="1800" i="1"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Y</a:t>
            </a:r>
            <a:r>
              <a:rPr lang="ru-RU" sz="1800"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 *1 до </a:t>
            </a:r>
            <a:r>
              <a:rPr lang="ru-RU" sz="1800" i="1"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Y</a:t>
            </a:r>
            <a:r>
              <a:rPr lang="ru-RU" sz="1800" dirty="0">
                <a:solidFill>
                  <a:schemeClr val="tx1">
                    <a:lumMod val="75000"/>
                  </a:schemeClr>
                </a:solidFill>
                <a:effectLst/>
                <a:latin typeface="Merriweather" panose="00000500000000000000" pitchFamily="2" charset="-52"/>
                <a:ea typeface="Times New Roman" panose="02020603050405020304" pitchFamily="18" charset="0"/>
                <a:cs typeface="Times New Roman" panose="02020603050405020304" pitchFamily="18" charset="0"/>
              </a:rPr>
              <a:t> *2.</a:t>
            </a:r>
            <a:endParaRPr lang="ru-RU" sz="1800" dirty="0">
              <a:solidFill>
                <a:schemeClr val="tx1">
                  <a:lumMod val="75000"/>
                </a:schemeClr>
              </a:solidFill>
              <a:effectLst/>
              <a:latin typeface="Calibri" panose="020F0502020204030204" pitchFamily="34" charset="0"/>
              <a:ea typeface="Calibri" panose="020F0502020204030204" pitchFamily="34" charset="0"/>
              <a:cs typeface="Times New Roman" panose="02020603050405020304" pitchFamily="18" charset="0"/>
            </a:endParaRPr>
          </a:p>
          <a:p>
            <a:endParaRPr lang="ru-RU" dirty="0"/>
          </a:p>
        </p:txBody>
      </p:sp>
    </p:spTree>
    <p:extLst>
      <p:ext uri="{BB962C8B-B14F-4D97-AF65-F5344CB8AC3E}">
        <p14:creationId xmlns:p14="http://schemas.microsoft.com/office/powerpoint/2010/main" val="2180905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Заголовок 40">
            <a:extLst>
              <a:ext uri="{FF2B5EF4-FFF2-40B4-BE49-F238E27FC236}">
                <a16:creationId xmlns:a16="http://schemas.microsoft.com/office/drawing/2014/main" id="{46793BD1-7C04-483A-A469-DAA06C12E84E}"/>
              </a:ext>
            </a:extLst>
          </p:cNvPr>
          <p:cNvSpPr>
            <a:spLocks noGrp="1"/>
          </p:cNvSpPr>
          <p:nvPr>
            <p:ph type="title"/>
          </p:nvPr>
        </p:nvSpPr>
        <p:spPr>
          <a:xfrm>
            <a:off x="456170" y="368717"/>
            <a:ext cx="11300400" cy="1026572"/>
          </a:xfrm>
        </p:spPr>
        <p:txBody>
          <a:bodyPr rtlCol="0"/>
          <a:lstStyle/>
          <a:p>
            <a:pPr rtl="0"/>
            <a:r>
              <a:rPr lang="ru-RU" dirty="0"/>
              <a:t>Виды экономического роста</a:t>
            </a:r>
          </a:p>
        </p:txBody>
      </p:sp>
      <p:sp>
        <p:nvSpPr>
          <p:cNvPr id="10" name="Текст 9">
            <a:extLst>
              <a:ext uri="{FF2B5EF4-FFF2-40B4-BE49-F238E27FC236}">
                <a16:creationId xmlns:a16="http://schemas.microsoft.com/office/drawing/2014/main" id="{11E5188D-9217-4D75-9FFB-DF2DD7C58F55}"/>
              </a:ext>
            </a:extLst>
          </p:cNvPr>
          <p:cNvSpPr>
            <a:spLocks noGrp="1"/>
          </p:cNvSpPr>
          <p:nvPr>
            <p:ph type="body" sz="quarter" idx="10"/>
          </p:nvPr>
        </p:nvSpPr>
        <p:spPr>
          <a:xfrm>
            <a:off x="705849" y="1941031"/>
            <a:ext cx="3456556" cy="869888"/>
          </a:xfrm>
        </p:spPr>
        <p:txBody>
          <a:bodyPr rtlCol="0"/>
          <a:lstStyle/>
          <a:p>
            <a:pPr rtl="0"/>
            <a:r>
              <a:rPr lang="ru-RU" dirty="0"/>
              <a:t>экстенсивный</a:t>
            </a:r>
          </a:p>
        </p:txBody>
      </p:sp>
      <p:sp>
        <p:nvSpPr>
          <p:cNvPr id="11" name="Текст 10">
            <a:extLst>
              <a:ext uri="{FF2B5EF4-FFF2-40B4-BE49-F238E27FC236}">
                <a16:creationId xmlns:a16="http://schemas.microsoft.com/office/drawing/2014/main" id="{93D5D9F3-5B01-40DC-A47C-4E7967EEC07E}"/>
              </a:ext>
            </a:extLst>
          </p:cNvPr>
          <p:cNvSpPr>
            <a:spLocks noGrp="1"/>
          </p:cNvSpPr>
          <p:nvPr>
            <p:ph type="body" sz="quarter" idx="11"/>
          </p:nvPr>
        </p:nvSpPr>
        <p:spPr>
          <a:xfrm>
            <a:off x="705850" y="2810919"/>
            <a:ext cx="4079667" cy="2986221"/>
          </a:xfrm>
        </p:spPr>
        <p:txBody>
          <a:bodyPr rtlCol="0">
            <a:normAutofit/>
          </a:bodyPr>
          <a:lstStyle/>
          <a:p>
            <a:pPr marL="0" indent="0" rtl="0">
              <a:buNone/>
            </a:pPr>
            <a:r>
              <a:rPr lang="ru-RU" sz="2000" dirty="0"/>
              <a:t>осуществляется за счёт привлечения дополнительных ресурсов и не меняет среднюю производительность труда в обществе.</a:t>
            </a:r>
          </a:p>
        </p:txBody>
      </p:sp>
      <p:sp>
        <p:nvSpPr>
          <p:cNvPr id="13" name="Текст 12">
            <a:extLst>
              <a:ext uri="{FF2B5EF4-FFF2-40B4-BE49-F238E27FC236}">
                <a16:creationId xmlns:a16="http://schemas.microsoft.com/office/drawing/2014/main" id="{43B2082A-92EA-4E3D-87BA-213F4D066C58}"/>
              </a:ext>
            </a:extLst>
          </p:cNvPr>
          <p:cNvSpPr>
            <a:spLocks noGrp="1"/>
          </p:cNvSpPr>
          <p:nvPr>
            <p:ph type="body" sz="quarter" idx="15"/>
          </p:nvPr>
        </p:nvSpPr>
        <p:spPr>
          <a:xfrm>
            <a:off x="6439280" y="1941031"/>
            <a:ext cx="3456556" cy="869888"/>
          </a:xfrm>
        </p:spPr>
        <p:txBody>
          <a:bodyPr rtlCol="0"/>
          <a:lstStyle/>
          <a:p>
            <a:pPr rtl="0"/>
            <a:r>
              <a:rPr lang="ru-RU" dirty="0"/>
              <a:t>интенсивный</a:t>
            </a:r>
          </a:p>
        </p:txBody>
      </p:sp>
      <p:sp>
        <p:nvSpPr>
          <p:cNvPr id="14" name="Текст 13">
            <a:extLst>
              <a:ext uri="{FF2B5EF4-FFF2-40B4-BE49-F238E27FC236}">
                <a16:creationId xmlns:a16="http://schemas.microsoft.com/office/drawing/2014/main" id="{B8529CDE-81D2-4ABC-97FD-67F8D1BFF004}"/>
              </a:ext>
            </a:extLst>
          </p:cNvPr>
          <p:cNvSpPr>
            <a:spLocks noGrp="1"/>
          </p:cNvSpPr>
          <p:nvPr>
            <p:ph type="body" sz="quarter" idx="16"/>
          </p:nvPr>
        </p:nvSpPr>
        <p:spPr>
          <a:xfrm>
            <a:off x="6439279" y="2810919"/>
            <a:ext cx="4448853" cy="3342993"/>
          </a:xfrm>
        </p:spPr>
        <p:txBody>
          <a:bodyPr rtlCol="0">
            <a:normAutofit/>
          </a:bodyPr>
          <a:lstStyle/>
          <a:p>
            <a:pPr marL="0" indent="0" rtl="0">
              <a:buNone/>
            </a:pPr>
            <a:r>
              <a:rPr lang="ru-RU" sz="2000" dirty="0"/>
              <a:t>связан с применением более совершенных факторов производстве и технологии, т.е. осуществляется не за счёт увеличения объемов затрат ресурсов, а за счёт роста их отдачи. может служить основой повышения благосостояния населения.</a:t>
            </a:r>
          </a:p>
        </p:txBody>
      </p:sp>
      <p:sp>
        <p:nvSpPr>
          <p:cNvPr id="4" name="Номер слайда 3">
            <a:extLst>
              <a:ext uri="{FF2B5EF4-FFF2-40B4-BE49-F238E27FC236}">
                <a16:creationId xmlns:a16="http://schemas.microsoft.com/office/drawing/2014/main" id="{EDBC95EA-0D2B-4572-9928-F979861742C6}"/>
              </a:ext>
            </a:extLst>
          </p:cNvPr>
          <p:cNvSpPr>
            <a:spLocks noGrp="1"/>
          </p:cNvSpPr>
          <p:nvPr>
            <p:ph type="sldNum" sz="quarter" idx="4"/>
          </p:nvPr>
        </p:nvSpPr>
        <p:spPr>
          <a:xfrm>
            <a:off x="11241025" y="6153912"/>
            <a:ext cx="502920" cy="502920"/>
          </a:xfrm>
        </p:spPr>
        <p:txBody>
          <a:bodyPr rtlCol="0"/>
          <a:lstStyle/>
          <a:p>
            <a:pPr rtl="0"/>
            <a:fld id="{0D309695-DEC3-40DA-9DF5-330280C9D0E8}" type="slidenum">
              <a:rPr lang="ru-RU" smtClean="0"/>
              <a:pPr rtl="0"/>
              <a:t>6</a:t>
            </a:fld>
            <a:endParaRPr lang="ru-RU"/>
          </a:p>
        </p:txBody>
      </p:sp>
    </p:spTree>
    <p:extLst>
      <p:ext uri="{BB962C8B-B14F-4D97-AF65-F5344CB8AC3E}">
        <p14:creationId xmlns:p14="http://schemas.microsoft.com/office/powerpoint/2010/main" val="2790495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5E841CD2-4811-464E-BE22-D92463DD2E08}"/>
              </a:ext>
            </a:extLst>
          </p:cNvPr>
          <p:cNvSpPr>
            <a:spLocks noGrp="1"/>
          </p:cNvSpPr>
          <p:nvPr>
            <p:ph type="title"/>
          </p:nvPr>
        </p:nvSpPr>
        <p:spPr>
          <a:xfrm>
            <a:off x="457682" y="2405803"/>
            <a:ext cx="2854800" cy="2046393"/>
          </a:xfrm>
        </p:spPr>
        <p:txBody>
          <a:bodyPr rtlCol="0"/>
          <a:lstStyle/>
          <a:p>
            <a:pPr rtl="0"/>
            <a:r>
              <a:rPr lang="ru-RU" dirty="0"/>
              <a:t>Факторы экономического роста</a:t>
            </a:r>
          </a:p>
        </p:txBody>
      </p:sp>
      <p:sp>
        <p:nvSpPr>
          <p:cNvPr id="13" name="Номер слайда 12">
            <a:extLst>
              <a:ext uri="{FF2B5EF4-FFF2-40B4-BE49-F238E27FC236}">
                <a16:creationId xmlns:a16="http://schemas.microsoft.com/office/drawing/2014/main" id="{E83BB431-00CF-471B-9880-9921E14DD69A}"/>
              </a:ext>
            </a:extLst>
          </p:cNvPr>
          <p:cNvSpPr>
            <a:spLocks noGrp="1"/>
          </p:cNvSpPr>
          <p:nvPr>
            <p:ph type="sldNum" sz="quarter" idx="4"/>
          </p:nvPr>
        </p:nvSpPr>
        <p:spPr>
          <a:xfrm>
            <a:off x="11241025" y="6153912"/>
            <a:ext cx="502920" cy="502920"/>
          </a:xfrm>
        </p:spPr>
        <p:txBody>
          <a:bodyPr rtlCol="0"/>
          <a:lstStyle/>
          <a:p>
            <a:pPr rtl="0"/>
            <a:fld id="{0D309695-DEC3-40DA-9DF5-330280C9D0E8}" type="slidenum">
              <a:rPr lang="ru-RU" smtClean="0"/>
              <a:pPr rtl="0"/>
              <a:t>7</a:t>
            </a:fld>
            <a:endParaRPr lang="ru-RU" dirty="0"/>
          </a:p>
        </p:txBody>
      </p:sp>
      <p:sp>
        <p:nvSpPr>
          <p:cNvPr id="3" name="Объект 2">
            <a:extLst>
              <a:ext uri="{FF2B5EF4-FFF2-40B4-BE49-F238E27FC236}">
                <a16:creationId xmlns:a16="http://schemas.microsoft.com/office/drawing/2014/main" id="{3E8860C6-B8F5-4334-90E4-216421AB811A}"/>
              </a:ext>
            </a:extLst>
          </p:cNvPr>
          <p:cNvSpPr>
            <a:spLocks noGrp="1"/>
          </p:cNvSpPr>
          <p:nvPr>
            <p:ph sz="quarter" idx="11"/>
          </p:nvPr>
        </p:nvSpPr>
        <p:spPr/>
        <p:txBody>
          <a:bodyPr>
            <a:normAutofit/>
          </a:bodyPr>
          <a:lstStyle/>
          <a:p>
            <a:r>
              <a:rPr lang="ru-RU" sz="2400" dirty="0"/>
              <a:t>1. к экстенсивным фактором относят:</a:t>
            </a:r>
          </a:p>
          <a:p>
            <a:r>
              <a:rPr lang="ru-RU" sz="2400" dirty="0"/>
              <a:t>рост затрат капитала, труда</a:t>
            </a:r>
          </a:p>
          <a:p>
            <a:r>
              <a:rPr lang="ru-RU" sz="2400" dirty="0"/>
              <a:t>2. к интенсивным:</a:t>
            </a:r>
          </a:p>
          <a:p>
            <a:r>
              <a:rPr lang="ru-RU" sz="2400" dirty="0"/>
              <a:t>технологический прогресс, экономию на масштабах, рост образовательного и профессионального уровня работников, повышение мобильности и улучшение распределения ресурсов, совершенствование управления производством, соответствующее улучшение законодательства и др.</a:t>
            </a:r>
          </a:p>
        </p:txBody>
      </p:sp>
    </p:spTree>
    <p:extLst>
      <p:ext uri="{BB962C8B-B14F-4D97-AF65-F5344CB8AC3E}">
        <p14:creationId xmlns:p14="http://schemas.microsoft.com/office/powerpoint/2010/main" val="2841078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EF0917-C260-4946-9FF3-6A86EB09E414}"/>
              </a:ext>
            </a:extLst>
          </p:cNvPr>
          <p:cNvSpPr>
            <a:spLocks noGrp="1"/>
          </p:cNvSpPr>
          <p:nvPr>
            <p:ph type="title"/>
          </p:nvPr>
        </p:nvSpPr>
        <p:spPr/>
        <p:txBody>
          <a:bodyPr/>
          <a:lstStyle/>
          <a:p>
            <a:r>
              <a:rPr lang="ru-RU" dirty="0"/>
              <a:t>Причины, сдерживающие экономический рост</a:t>
            </a:r>
          </a:p>
        </p:txBody>
      </p:sp>
      <p:sp>
        <p:nvSpPr>
          <p:cNvPr id="3" name="Объект 2">
            <a:extLst>
              <a:ext uri="{FF2B5EF4-FFF2-40B4-BE49-F238E27FC236}">
                <a16:creationId xmlns:a16="http://schemas.microsoft.com/office/drawing/2014/main" id="{D8FD3573-B5C5-4E2B-AE06-7E1421ED52BD}"/>
              </a:ext>
            </a:extLst>
          </p:cNvPr>
          <p:cNvSpPr>
            <a:spLocks noGrp="1"/>
          </p:cNvSpPr>
          <p:nvPr>
            <p:ph sz="quarter" idx="11"/>
          </p:nvPr>
        </p:nvSpPr>
        <p:spPr/>
        <p:txBody>
          <a:bodyPr>
            <a:normAutofit/>
          </a:bodyPr>
          <a:lstStyle/>
          <a:p>
            <a:pPr marL="287694" indent="-285750">
              <a:buFont typeface="Arial" panose="020B0604020202020204" pitchFamily="34" charset="0"/>
              <a:buChar char="•"/>
            </a:pPr>
            <a:r>
              <a:rPr lang="ru-RU" sz="2800" dirty="0"/>
              <a:t>ресурсные ограничения</a:t>
            </a:r>
          </a:p>
          <a:p>
            <a:pPr marL="287694" indent="-285750">
              <a:buFont typeface="Arial" panose="020B0604020202020204" pitchFamily="34" charset="0"/>
              <a:buChar char="•"/>
            </a:pPr>
            <a:r>
              <a:rPr lang="ru-RU" sz="2800" dirty="0"/>
              <a:t>экологические ограничения</a:t>
            </a:r>
          </a:p>
          <a:p>
            <a:pPr marL="287694" indent="-285750">
              <a:buFont typeface="Arial" panose="020B0604020202020204" pitchFamily="34" charset="0"/>
              <a:buChar char="•"/>
            </a:pPr>
            <a:r>
              <a:rPr lang="ru-RU" sz="2800" dirty="0"/>
              <a:t>широкий спектр социальных издержек, связанных с ростом производства </a:t>
            </a:r>
          </a:p>
          <a:p>
            <a:pPr marL="287694" indent="-285750">
              <a:buFont typeface="Arial" panose="020B0604020202020204" pitchFamily="34" charset="0"/>
              <a:buChar char="•"/>
            </a:pPr>
            <a:r>
              <a:rPr lang="ru-RU" sz="2800" dirty="0"/>
              <a:t>неэффективную экономическую политику правительства</a:t>
            </a:r>
          </a:p>
        </p:txBody>
      </p:sp>
      <p:sp>
        <p:nvSpPr>
          <p:cNvPr id="6" name="Номер слайда 5">
            <a:extLst>
              <a:ext uri="{FF2B5EF4-FFF2-40B4-BE49-F238E27FC236}">
                <a16:creationId xmlns:a16="http://schemas.microsoft.com/office/drawing/2014/main" id="{C9354032-95E3-4276-BB7A-3E85E8374776}"/>
              </a:ext>
            </a:extLst>
          </p:cNvPr>
          <p:cNvSpPr>
            <a:spLocks noGrp="1"/>
          </p:cNvSpPr>
          <p:nvPr>
            <p:ph type="sldNum" sz="quarter" idx="4"/>
          </p:nvPr>
        </p:nvSpPr>
        <p:spPr/>
        <p:txBody>
          <a:bodyPr/>
          <a:lstStyle/>
          <a:p>
            <a:pPr rtl="0"/>
            <a:fld id="{0D309695-DEC3-40DA-9DF5-330280C9D0E8}" type="slidenum">
              <a:rPr lang="ru-RU" noProof="0" smtClean="0"/>
              <a:pPr rtl="0"/>
              <a:t>8</a:t>
            </a:fld>
            <a:endParaRPr lang="ru-RU" noProof="0"/>
          </a:p>
        </p:txBody>
      </p:sp>
    </p:spTree>
    <p:extLst>
      <p:ext uri="{BB962C8B-B14F-4D97-AF65-F5344CB8AC3E}">
        <p14:creationId xmlns:p14="http://schemas.microsoft.com/office/powerpoint/2010/main" val="2947407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C865EB-112D-4019-A3BF-359FBF69BE35}"/>
              </a:ext>
            </a:extLst>
          </p:cNvPr>
          <p:cNvSpPr>
            <a:spLocks noGrp="1"/>
          </p:cNvSpPr>
          <p:nvPr>
            <p:ph type="ctrTitle"/>
          </p:nvPr>
        </p:nvSpPr>
        <p:spPr>
          <a:xfrm>
            <a:off x="6312155" y="2141389"/>
            <a:ext cx="5428996" cy="1719411"/>
          </a:xfrm>
        </p:spPr>
        <p:txBody>
          <a:bodyPr/>
          <a:lstStyle/>
          <a:p>
            <a:r>
              <a:rPr lang="ru-RU" dirty="0"/>
              <a:t>Экономические циклы</a:t>
            </a:r>
          </a:p>
        </p:txBody>
      </p:sp>
      <p:pic>
        <p:nvPicPr>
          <p:cNvPr id="6" name="Рисунок 5">
            <a:extLst>
              <a:ext uri="{FF2B5EF4-FFF2-40B4-BE49-F238E27FC236}">
                <a16:creationId xmlns:a16="http://schemas.microsoft.com/office/drawing/2014/main" id="{2906D0F2-C069-4782-B674-40AD30CF8450}"/>
              </a:ext>
            </a:extLst>
          </p:cNvPr>
          <p:cNvPicPr>
            <a:picLocks noGrp="1" noChangeAspect="1"/>
          </p:cNvPicPr>
          <p:nvPr>
            <p:ph type="pic" sz="quarter" idx="10"/>
          </p:nvPr>
        </p:nvPicPr>
        <p:blipFill rotWithShape="1">
          <a:blip r:embed="rId2"/>
          <a:srcRect l="13333" t="13298" r="11324" b="-1"/>
          <a:stretch/>
        </p:blipFill>
        <p:spPr>
          <a:xfrm>
            <a:off x="450849" y="1185333"/>
            <a:ext cx="5577417" cy="4807480"/>
          </a:xfrm>
        </p:spPr>
      </p:pic>
    </p:spTree>
    <p:extLst>
      <p:ext uri="{BB962C8B-B14F-4D97-AF65-F5344CB8AC3E}">
        <p14:creationId xmlns:p14="http://schemas.microsoft.com/office/powerpoint/2010/main" val="3268894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30F4062E-550B-4669-8506-0A8B0DAE273A}"/>
              </a:ext>
            </a:extLst>
          </p:cNvPr>
          <p:cNvSpPr>
            <a:spLocks noGrp="1"/>
          </p:cNvSpPr>
          <p:nvPr>
            <p:ph type="title"/>
          </p:nvPr>
        </p:nvSpPr>
        <p:spPr>
          <a:xfrm>
            <a:off x="448056" y="388799"/>
            <a:ext cx="2854800" cy="5965199"/>
          </a:xfrm>
        </p:spPr>
        <p:txBody>
          <a:bodyPr anchor="t">
            <a:normAutofit/>
          </a:bodyPr>
          <a:lstStyle/>
          <a:p>
            <a:pPr>
              <a:lnSpc>
                <a:spcPct val="90000"/>
              </a:lnSpc>
            </a:pPr>
            <a:r>
              <a:rPr lang="ru-RU" sz="2400"/>
              <a:t>Экономический цикл (деловой цикл, бизнес-цикл) - это периодические колебания уровня деловой активности, представленного реальным ВВП. В теории экономического, или делового, цикла принято различать цикл и тренд. Графически их можно представить следующим образом:</a:t>
            </a:r>
          </a:p>
          <a:p>
            <a:pPr>
              <a:lnSpc>
                <a:spcPct val="90000"/>
              </a:lnSpc>
            </a:pPr>
            <a:endParaRPr lang="ru-RU" sz="2400"/>
          </a:p>
        </p:txBody>
      </p:sp>
      <p:pic>
        <p:nvPicPr>
          <p:cNvPr id="8" name="Рисунок 7">
            <a:extLst>
              <a:ext uri="{FF2B5EF4-FFF2-40B4-BE49-F238E27FC236}">
                <a16:creationId xmlns:a16="http://schemas.microsoft.com/office/drawing/2014/main" id="{6330732D-B98B-465B-9ED0-8B9A73192CCA}"/>
              </a:ext>
            </a:extLst>
          </p:cNvPr>
          <p:cNvPicPr>
            <a:picLocks noChangeAspect="1"/>
          </p:cNvPicPr>
          <p:nvPr/>
        </p:nvPicPr>
        <p:blipFill>
          <a:blip r:embed="rId2"/>
          <a:stretch>
            <a:fillRect/>
          </a:stretch>
        </p:blipFill>
        <p:spPr>
          <a:xfrm>
            <a:off x="4044261" y="259752"/>
            <a:ext cx="4397095" cy="3594625"/>
          </a:xfrm>
          <a:prstGeom prst="rect">
            <a:avLst/>
          </a:prstGeom>
          <a:noFill/>
        </p:spPr>
      </p:pic>
      <p:sp>
        <p:nvSpPr>
          <p:cNvPr id="6" name="Номер слайда 5">
            <a:extLst>
              <a:ext uri="{FF2B5EF4-FFF2-40B4-BE49-F238E27FC236}">
                <a16:creationId xmlns:a16="http://schemas.microsoft.com/office/drawing/2014/main" id="{A8893613-F484-4046-98A2-CC45A85858D7}"/>
              </a:ext>
            </a:extLst>
          </p:cNvPr>
          <p:cNvSpPr>
            <a:spLocks noGrp="1"/>
          </p:cNvSpPr>
          <p:nvPr>
            <p:ph type="sldNum" sz="quarter" idx="4"/>
          </p:nvPr>
        </p:nvSpPr>
        <p:spPr>
          <a:xfrm>
            <a:off x="11241025" y="6153912"/>
            <a:ext cx="502920" cy="502920"/>
          </a:xfrm>
        </p:spPr>
        <p:txBody>
          <a:bodyPr anchor="ctr">
            <a:normAutofit/>
          </a:bodyPr>
          <a:lstStyle/>
          <a:p>
            <a:pPr rtl="0">
              <a:spcAft>
                <a:spcPts val="600"/>
              </a:spcAft>
            </a:pPr>
            <a:fld id="{0D309695-DEC3-40DA-9DF5-330280C9D0E8}" type="slidenum">
              <a:rPr lang="ru-RU" noProof="0" smtClean="0"/>
              <a:pPr rtl="0">
                <a:spcAft>
                  <a:spcPts val="600"/>
                </a:spcAft>
              </a:pPr>
              <a:t>10</a:t>
            </a:fld>
            <a:endParaRPr lang="ru-RU" noProof="0"/>
          </a:p>
        </p:txBody>
      </p:sp>
      <p:sp>
        <p:nvSpPr>
          <p:cNvPr id="9" name="TextBox 8">
            <a:extLst>
              <a:ext uri="{FF2B5EF4-FFF2-40B4-BE49-F238E27FC236}">
                <a16:creationId xmlns:a16="http://schemas.microsoft.com/office/drawing/2014/main" id="{93F07416-88D8-4C36-AACB-379265C88EA7}"/>
              </a:ext>
            </a:extLst>
          </p:cNvPr>
          <p:cNvSpPr txBox="1"/>
          <p:nvPr/>
        </p:nvSpPr>
        <p:spPr>
          <a:xfrm>
            <a:off x="8441356" y="0"/>
            <a:ext cx="3750644" cy="6740307"/>
          </a:xfrm>
          <a:prstGeom prst="rect">
            <a:avLst/>
          </a:prstGeom>
          <a:noFill/>
        </p:spPr>
        <p:txBody>
          <a:bodyPr wrap="square" rtlCol="0">
            <a:spAutoFit/>
          </a:bodyPr>
          <a:lstStyle/>
          <a:p>
            <a:r>
              <a:rPr lang="ru-RU" dirty="0"/>
              <a:t>1.На оси абсцисс откладывается время (t), на оси ординат - реальный ВВП. Линия Т, которую принято называть трендом (</a:t>
            </a:r>
            <a:r>
              <a:rPr lang="ru-RU" dirty="0" err="1"/>
              <a:t>trend</a:t>
            </a:r>
            <a:r>
              <a:rPr lang="ru-RU" dirty="0"/>
              <a:t> - тенденция) отражает динамику реального ВВП на его потенциальном уровне. Линия тренда строится таким образом, что сглаживаются колебания реального ВВП на долгосрочном отрезке времени20. На том же графике показаны фактические колебания реального ВВП в краткосрочном периоде, без «сглаживания», которое необходимо для построения графика тренда. Мы получим линию другой конфигурации. Волнообразная линия F показывает колебания деловой активности вокруг линии тренда. </a:t>
            </a:r>
          </a:p>
        </p:txBody>
      </p:sp>
      <p:sp>
        <p:nvSpPr>
          <p:cNvPr id="10" name="TextBox 9">
            <a:extLst>
              <a:ext uri="{FF2B5EF4-FFF2-40B4-BE49-F238E27FC236}">
                <a16:creationId xmlns:a16="http://schemas.microsoft.com/office/drawing/2014/main" id="{14EAB6B8-6131-4D3D-955E-FD714D94A4A4}"/>
              </a:ext>
            </a:extLst>
          </p:cNvPr>
          <p:cNvSpPr txBox="1"/>
          <p:nvPr/>
        </p:nvSpPr>
        <p:spPr>
          <a:xfrm>
            <a:off x="3915660" y="3854377"/>
            <a:ext cx="4654295" cy="3046988"/>
          </a:xfrm>
          <a:prstGeom prst="rect">
            <a:avLst/>
          </a:prstGeom>
          <a:noFill/>
        </p:spPr>
        <p:txBody>
          <a:bodyPr wrap="square" rtlCol="0">
            <a:spAutoFit/>
          </a:bodyPr>
          <a:lstStyle/>
          <a:p>
            <a:r>
              <a:rPr lang="ru-RU" sz="1600" dirty="0"/>
              <a:t>2.Таким образом, следует отличать долгосрочную динамику (тренд) от краткосрочных колебаний деловой активности. Обратим особое внимание на переломные точки - «пик» (b, f) и «дно», или «впадина» (d, h). Расстояние между двумя соседними точками «пика» или «дна» обозначает продолжительность цикла, например расстояние </a:t>
            </a:r>
            <a:r>
              <a:rPr lang="ru-RU" sz="1600" dirty="0" err="1"/>
              <a:t>bf</a:t>
            </a:r>
            <a:r>
              <a:rPr lang="ru-RU" sz="1600" dirty="0"/>
              <a:t> или </a:t>
            </a:r>
            <a:r>
              <a:rPr lang="ru-RU" sz="1600" dirty="0" err="1"/>
              <a:t>dh</a:t>
            </a:r>
            <a:r>
              <a:rPr lang="ru-RU" sz="1600" dirty="0"/>
              <a:t>. Расстояние от переломных точек по вертикали до линии тренда, например </a:t>
            </a:r>
            <a:r>
              <a:rPr lang="ru-RU" sz="1600" dirty="0" err="1"/>
              <a:t>bb</a:t>
            </a:r>
            <a:r>
              <a:rPr lang="ru-RU" sz="1600" dirty="0"/>
              <a:t>’ и </a:t>
            </a:r>
            <a:r>
              <a:rPr lang="ru-RU" sz="1600" dirty="0" err="1"/>
              <a:t>dd</a:t>
            </a:r>
            <a:r>
              <a:rPr lang="ru-RU" sz="1600" dirty="0"/>
              <a:t>’, это амплитуда циклических колебаний.</a:t>
            </a:r>
          </a:p>
        </p:txBody>
      </p:sp>
      <p:cxnSp>
        <p:nvCxnSpPr>
          <p:cNvPr id="12" name="Прямая со стрелкой 11">
            <a:extLst>
              <a:ext uri="{FF2B5EF4-FFF2-40B4-BE49-F238E27FC236}">
                <a16:creationId xmlns:a16="http://schemas.microsoft.com/office/drawing/2014/main" id="{815737DA-AEDB-4A20-B24B-481B39193C4A}"/>
              </a:ext>
            </a:extLst>
          </p:cNvPr>
          <p:cNvCxnSpPr/>
          <p:nvPr/>
        </p:nvCxnSpPr>
        <p:spPr>
          <a:xfrm flipH="1">
            <a:off x="7704667" y="259752"/>
            <a:ext cx="736689" cy="40836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63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F6A8FC-8828-4CC3-A52A-739DBFA1AF8B}"/>
              </a:ext>
            </a:extLst>
          </p:cNvPr>
          <p:cNvSpPr>
            <a:spLocks noGrp="1"/>
          </p:cNvSpPr>
          <p:nvPr>
            <p:ph type="title"/>
          </p:nvPr>
        </p:nvSpPr>
        <p:spPr/>
        <p:txBody>
          <a:bodyPr/>
          <a:lstStyle/>
          <a:p>
            <a:r>
              <a:rPr lang="ru-RU" dirty="0"/>
              <a:t>Цикл как частное явление</a:t>
            </a:r>
          </a:p>
        </p:txBody>
      </p:sp>
      <p:sp>
        <p:nvSpPr>
          <p:cNvPr id="3" name="Объект 2">
            <a:extLst>
              <a:ext uri="{FF2B5EF4-FFF2-40B4-BE49-F238E27FC236}">
                <a16:creationId xmlns:a16="http://schemas.microsoft.com/office/drawing/2014/main" id="{91E1A293-0ECD-45CE-BDE5-C378F2159A81}"/>
              </a:ext>
            </a:extLst>
          </p:cNvPr>
          <p:cNvSpPr>
            <a:spLocks noGrp="1"/>
          </p:cNvSpPr>
          <p:nvPr>
            <p:ph sz="quarter" idx="11"/>
          </p:nvPr>
        </p:nvSpPr>
        <p:spPr>
          <a:xfrm>
            <a:off x="202131" y="1684422"/>
            <a:ext cx="11781322" cy="4966662"/>
          </a:xfrm>
        </p:spPr>
        <p:txBody>
          <a:bodyPr>
            <a:normAutofit/>
          </a:bodyPr>
          <a:lstStyle/>
          <a:p>
            <a:r>
              <a:rPr lang="ru-RU" sz="1800" dirty="0"/>
              <a:t>В классической политической экономии цикл рассматривается как частное явление. К. Маркс был первым из экономистов, кто начал уделять циклам особое внимание, связав их с особенностями функционирования экономики, где господствует частный капитал и соответственно частное распределение, несмотря на то, что большинство населения участвует в общественном производстве. Точкой отсчета периодически повторяющихся спадов или кризисов в капиталистической или рыночной экономике считают кризис 1825 г. в Англии, а первый мировой – кризис 1873 г. Русский экономист Н. Кондратьев рассматривал циклы продолжительностью в 50–60 лет, но уже не как частное, а как универсальное явление, свойственное не только капитализму, но и социализму. Более того, в капиталистической экономике он распознал механизмы самодвижения и выхода из структурных кризисов. В СССР такая трактовка кризисов была воспринята как апологетика капитализма. Кондратьев был репрессирован.</a:t>
            </a:r>
          </a:p>
          <a:p>
            <a:r>
              <a:rPr lang="ru-RU" dirty="0"/>
              <a:t> </a:t>
            </a:r>
          </a:p>
        </p:txBody>
      </p:sp>
      <p:sp>
        <p:nvSpPr>
          <p:cNvPr id="6" name="Номер слайда 5">
            <a:extLst>
              <a:ext uri="{FF2B5EF4-FFF2-40B4-BE49-F238E27FC236}">
                <a16:creationId xmlns:a16="http://schemas.microsoft.com/office/drawing/2014/main" id="{F5ED5AD3-09EE-43F3-BE35-510E5011BC1C}"/>
              </a:ext>
            </a:extLst>
          </p:cNvPr>
          <p:cNvSpPr>
            <a:spLocks noGrp="1"/>
          </p:cNvSpPr>
          <p:nvPr>
            <p:ph type="sldNum" sz="quarter" idx="4"/>
          </p:nvPr>
        </p:nvSpPr>
        <p:spPr/>
        <p:txBody>
          <a:bodyPr/>
          <a:lstStyle/>
          <a:p>
            <a:pPr rtl="0"/>
            <a:fld id="{0D309695-DEC3-40DA-9DF5-330280C9D0E8}" type="slidenum">
              <a:rPr lang="ru-RU" noProof="0" smtClean="0"/>
              <a:pPr rtl="0"/>
              <a:t>11</a:t>
            </a:fld>
            <a:endParaRPr lang="ru-RU" noProof="0"/>
          </a:p>
        </p:txBody>
      </p:sp>
    </p:spTree>
    <p:extLst>
      <p:ext uri="{BB962C8B-B14F-4D97-AF65-F5344CB8AC3E}">
        <p14:creationId xmlns:p14="http://schemas.microsoft.com/office/powerpoint/2010/main" val="1674559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F6A8FC-8828-4CC3-A52A-739DBFA1AF8B}"/>
              </a:ext>
            </a:extLst>
          </p:cNvPr>
          <p:cNvSpPr>
            <a:spLocks noGrp="1"/>
          </p:cNvSpPr>
          <p:nvPr>
            <p:ph type="title"/>
          </p:nvPr>
        </p:nvSpPr>
        <p:spPr/>
        <p:txBody>
          <a:bodyPr/>
          <a:lstStyle/>
          <a:p>
            <a:r>
              <a:rPr lang="ru-RU" dirty="0"/>
              <a:t>Циклы </a:t>
            </a:r>
          </a:p>
        </p:txBody>
      </p:sp>
      <p:sp>
        <p:nvSpPr>
          <p:cNvPr id="3" name="Объект 2">
            <a:extLst>
              <a:ext uri="{FF2B5EF4-FFF2-40B4-BE49-F238E27FC236}">
                <a16:creationId xmlns:a16="http://schemas.microsoft.com/office/drawing/2014/main" id="{91E1A293-0ECD-45CE-BDE5-C378F2159A81}"/>
              </a:ext>
            </a:extLst>
          </p:cNvPr>
          <p:cNvSpPr>
            <a:spLocks noGrp="1"/>
          </p:cNvSpPr>
          <p:nvPr>
            <p:ph sz="quarter" idx="11"/>
          </p:nvPr>
        </p:nvSpPr>
        <p:spPr>
          <a:xfrm>
            <a:off x="202131" y="1684422"/>
            <a:ext cx="11781322" cy="4966662"/>
          </a:xfrm>
        </p:spPr>
        <p:txBody>
          <a:bodyPr>
            <a:normAutofit/>
          </a:bodyPr>
          <a:lstStyle/>
          <a:p>
            <a:r>
              <a:rPr lang="ru-RU" sz="1800" dirty="0"/>
              <a:t> на Западе его идеи получили распространение и дальнейшее развитие. Так, были выделены и детально исследованы циклы: </a:t>
            </a:r>
          </a:p>
          <a:p>
            <a:pPr marL="287694" indent="-285750">
              <a:buFont typeface="Arial" panose="020B0604020202020204" pitchFamily="34" charset="0"/>
              <a:buChar char="•"/>
            </a:pPr>
            <a:r>
              <a:rPr lang="ru-RU" sz="1800" dirty="0"/>
              <a:t>связанные с колебаниями инвестиций в строительстве зданий, сооружений каждые 18–25 лет, получившие название циклов С. Кузнеца; </a:t>
            </a:r>
          </a:p>
          <a:p>
            <a:pPr marL="287694" indent="-285750">
              <a:buFont typeface="Arial" panose="020B0604020202020204" pitchFamily="34" charset="0"/>
              <a:buChar char="•"/>
            </a:pPr>
            <a:r>
              <a:rPr lang="ru-RU" sz="1800" dirty="0"/>
              <a:t>собственно инвестиционные циклы, причина которых в колебаниях инвестиций каждые 7–12 лет (К. </a:t>
            </a:r>
            <a:r>
              <a:rPr lang="ru-RU" sz="1800" dirty="0" err="1"/>
              <a:t>Жугляр</a:t>
            </a:r>
            <a:r>
              <a:rPr lang="ru-RU" sz="1800" dirty="0"/>
              <a:t>); </a:t>
            </a:r>
          </a:p>
          <a:p>
            <a:pPr marL="287694" indent="-285750">
              <a:buFont typeface="Arial" panose="020B0604020202020204" pitchFamily="34" charset="0"/>
              <a:buChar char="•"/>
            </a:pPr>
            <a:r>
              <a:rPr lang="ru-RU" sz="1800" dirty="0"/>
              <a:t>коммерческие циклы, причина которых – изменение товарных запасов, повторяющиеся каждые 2–4 года (Дж. </a:t>
            </a:r>
            <a:r>
              <a:rPr lang="ru-RU" sz="1800" dirty="0" err="1"/>
              <a:t>Китчин</a:t>
            </a:r>
            <a:r>
              <a:rPr lang="ru-RU" sz="1800" dirty="0"/>
              <a:t>); </a:t>
            </a:r>
          </a:p>
          <a:p>
            <a:pPr marL="287694" indent="-285750">
              <a:buFont typeface="Arial" panose="020B0604020202020204" pitchFamily="34" charset="0"/>
              <a:buChar char="•"/>
            </a:pPr>
            <a:r>
              <a:rPr lang="ru-RU" sz="1800" dirty="0"/>
              <a:t>циклы продолжительностью 100 лет (Дж. </a:t>
            </a:r>
            <a:r>
              <a:rPr lang="ru-RU" sz="1800" dirty="0" err="1"/>
              <a:t>Форрестер</a:t>
            </a:r>
            <a:r>
              <a:rPr lang="ru-RU" sz="1800" dirty="0"/>
              <a:t>); </a:t>
            </a:r>
          </a:p>
          <a:p>
            <a:pPr marL="287694" indent="-285750">
              <a:buFont typeface="Arial" panose="020B0604020202020204" pitchFamily="34" charset="0"/>
              <a:buChar char="•"/>
            </a:pPr>
            <a:r>
              <a:rPr lang="ru-RU" sz="1800" dirty="0"/>
              <a:t>большие цивилизационные циклы продолжительностью до нескольких тысяч лет (А. </a:t>
            </a:r>
            <a:r>
              <a:rPr lang="ru-RU" sz="1800" dirty="0" err="1"/>
              <a:t>Тоффлер</a:t>
            </a:r>
            <a:r>
              <a:rPr lang="ru-RU" sz="1800" dirty="0"/>
              <a:t>) и т. д. </a:t>
            </a:r>
          </a:p>
        </p:txBody>
      </p:sp>
      <p:sp>
        <p:nvSpPr>
          <p:cNvPr id="6" name="Номер слайда 5">
            <a:extLst>
              <a:ext uri="{FF2B5EF4-FFF2-40B4-BE49-F238E27FC236}">
                <a16:creationId xmlns:a16="http://schemas.microsoft.com/office/drawing/2014/main" id="{F5ED5AD3-09EE-43F3-BE35-510E5011BC1C}"/>
              </a:ext>
            </a:extLst>
          </p:cNvPr>
          <p:cNvSpPr>
            <a:spLocks noGrp="1"/>
          </p:cNvSpPr>
          <p:nvPr>
            <p:ph type="sldNum" sz="quarter" idx="4"/>
          </p:nvPr>
        </p:nvSpPr>
        <p:spPr/>
        <p:txBody>
          <a:bodyPr/>
          <a:lstStyle/>
          <a:p>
            <a:pPr rtl="0"/>
            <a:fld id="{0D309695-DEC3-40DA-9DF5-330280C9D0E8}" type="slidenum">
              <a:rPr lang="ru-RU" noProof="0" smtClean="0"/>
              <a:pPr rtl="0"/>
              <a:t>12</a:t>
            </a:fld>
            <a:endParaRPr lang="ru-RU" noProof="0"/>
          </a:p>
        </p:txBody>
      </p:sp>
    </p:spTree>
    <p:extLst>
      <p:ext uri="{BB962C8B-B14F-4D97-AF65-F5344CB8AC3E}">
        <p14:creationId xmlns:p14="http://schemas.microsoft.com/office/powerpoint/2010/main" val="2430265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C8653D-4511-4D77-A859-49E0ED181A3C}"/>
              </a:ext>
            </a:extLst>
          </p:cNvPr>
          <p:cNvSpPr>
            <a:spLocks noGrp="1"/>
          </p:cNvSpPr>
          <p:nvPr>
            <p:ph type="title"/>
          </p:nvPr>
        </p:nvSpPr>
        <p:spPr/>
        <p:txBody>
          <a:bodyPr/>
          <a:lstStyle/>
          <a:p>
            <a:r>
              <a:rPr lang="ru-RU" dirty="0"/>
              <a:t>Фазы среднего промышленного цикла</a:t>
            </a:r>
          </a:p>
        </p:txBody>
      </p:sp>
      <p:sp>
        <p:nvSpPr>
          <p:cNvPr id="3" name="Объект 2">
            <a:extLst>
              <a:ext uri="{FF2B5EF4-FFF2-40B4-BE49-F238E27FC236}">
                <a16:creationId xmlns:a16="http://schemas.microsoft.com/office/drawing/2014/main" id="{AB268690-175A-4D3F-AD44-A559A9E79710}"/>
              </a:ext>
            </a:extLst>
          </p:cNvPr>
          <p:cNvSpPr>
            <a:spLocks noGrp="1"/>
          </p:cNvSpPr>
          <p:nvPr>
            <p:ph sz="quarter" idx="11"/>
          </p:nvPr>
        </p:nvSpPr>
        <p:spPr>
          <a:xfrm>
            <a:off x="436563" y="1751798"/>
            <a:ext cx="11556515" cy="4899286"/>
          </a:xfrm>
        </p:spPr>
        <p:txBody>
          <a:bodyPr>
            <a:normAutofit fontScale="92500" lnSpcReduction="10000"/>
          </a:bodyPr>
          <a:lstStyle/>
          <a:p>
            <a:r>
              <a:rPr lang="ru-RU" sz="1400" dirty="0"/>
              <a:t>К. Маркс, изучавший средний промышленный цикл продолжительностью в 10–12 лет, выделял четыре фазы цикла: </a:t>
            </a:r>
            <a:r>
              <a:rPr lang="ru-RU" sz="1400" b="1" dirty="0">
                <a:solidFill>
                  <a:schemeClr val="accent1">
                    <a:alpha val="55000"/>
                  </a:schemeClr>
                </a:solidFill>
              </a:rPr>
              <a:t>кризис, депрессия, оживление, подъем. Спад</a:t>
            </a:r>
            <a:r>
              <a:rPr lang="ru-RU" sz="1400" dirty="0"/>
              <a:t> начинается с пика предыдущего цикла и продолжается до низшей точки цикла. Фаза характеризуется резким сокращением деловой активности. Запасы готовой продукции увеличиваются сверх необходимой нормы. Фирмы вынуждены реагировать на это снижением цены. Они несут убытки, не могут вернуть кредит и проценты, сокращают инвестиции в производство. Спад производства ведет к безработице. Доходы и жизненный уровень населения падают. Характерно, что процентные ставки по кредитам на 2 этой фазе растут. Фирмы, стремясь избежать банкротства, готовы перезанять деньги. Банки, в свою очередь, хотят сократить свои риски и поднимают процентную ставку. </a:t>
            </a:r>
            <a:r>
              <a:rPr lang="ru-RU" sz="1400" b="1" dirty="0">
                <a:solidFill>
                  <a:schemeClr val="accent1">
                    <a:alpha val="55000"/>
                  </a:schemeClr>
                </a:solidFill>
              </a:rPr>
              <a:t>Депрессия</a:t>
            </a:r>
            <a:r>
              <a:rPr lang="ru-RU" sz="1400" dirty="0"/>
              <a:t> характеризует ситуацию, когда экономика, достигнув низшей точки падения, пребывает некоторое время в состоянии, когда рост фактически отсутствует. Предприятия избегают долгосрочных капиталовложений, население также ограничивает свои расходы. Товарные запасы постепенно распродаются. На этой фазе происходит снижение процентных ставок по кредитам до самого низкого уровня. На это реагирует деловой мир, но без помощи государства по стимулированию спроса и предложения выход из депрессии проблематичен. </a:t>
            </a:r>
            <a:r>
              <a:rPr lang="ru-RU" sz="1400" b="1" dirty="0">
                <a:solidFill>
                  <a:schemeClr val="accent1">
                    <a:alpha val="55000"/>
                  </a:schemeClr>
                </a:solidFill>
              </a:rPr>
              <a:t>Оживление </a:t>
            </a:r>
            <a:r>
              <a:rPr lang="ru-RU" sz="1400" dirty="0"/>
              <a:t>начинается с низшей точки депрессии и заканчивается, когда экономика достигнет предкризисного пика. На этой фазе наблюдается повышение потребительского спроса и в ответ – увеличение производства. Рост производства означает рост занятости и доходов (прибыли и зарплаты). Дальнейший рост производства требует увеличения инвестиций. Нужны кредиты. Спрос на деньги и другие ресурсы порождает рост процентной ставки. </a:t>
            </a:r>
            <a:r>
              <a:rPr lang="ru-RU" sz="1400" b="1" dirty="0">
                <a:solidFill>
                  <a:schemeClr val="accent1">
                    <a:alpha val="55000"/>
                  </a:schemeClr>
                </a:solidFill>
              </a:rPr>
              <a:t>Подъем</a:t>
            </a:r>
            <a:r>
              <a:rPr lang="ru-RU" sz="1400" dirty="0"/>
              <a:t> наступает после фазы оживления и продолжается до своего пика. Происходит ускорение экономического развития. Появляются новые товары, новые предприятия, растут инвестиции, растут процентные ставки, цены, зарплаты, занятость. При приближении к пику происходит «перегрев» экономики – исчерпание старой ресурсной базы, старых технологий. Начинается очередной спад, преодоление которого будет означать выход на качественно новый уровень технологического развития.</a:t>
            </a:r>
          </a:p>
        </p:txBody>
      </p:sp>
      <p:sp>
        <p:nvSpPr>
          <p:cNvPr id="6" name="Номер слайда 5">
            <a:extLst>
              <a:ext uri="{FF2B5EF4-FFF2-40B4-BE49-F238E27FC236}">
                <a16:creationId xmlns:a16="http://schemas.microsoft.com/office/drawing/2014/main" id="{76DFED0E-4ECF-4B37-B1D0-12805E675580}"/>
              </a:ext>
            </a:extLst>
          </p:cNvPr>
          <p:cNvSpPr>
            <a:spLocks noGrp="1"/>
          </p:cNvSpPr>
          <p:nvPr>
            <p:ph type="sldNum" sz="quarter" idx="4"/>
          </p:nvPr>
        </p:nvSpPr>
        <p:spPr/>
        <p:txBody>
          <a:bodyPr/>
          <a:lstStyle/>
          <a:p>
            <a:pPr rtl="0"/>
            <a:fld id="{0D309695-DEC3-40DA-9DF5-330280C9D0E8}" type="slidenum">
              <a:rPr lang="ru-RU" noProof="0" smtClean="0"/>
              <a:pPr rtl="0"/>
              <a:t>13</a:t>
            </a:fld>
            <a:endParaRPr lang="ru-RU" noProof="0"/>
          </a:p>
        </p:txBody>
      </p:sp>
      <p:pic>
        <p:nvPicPr>
          <p:cNvPr id="8" name="Рисунок 7">
            <a:extLst>
              <a:ext uri="{FF2B5EF4-FFF2-40B4-BE49-F238E27FC236}">
                <a16:creationId xmlns:a16="http://schemas.microsoft.com/office/drawing/2014/main" id="{4C7DEA25-C1EC-4C03-8387-1DD8BC30F840}"/>
              </a:ext>
            </a:extLst>
          </p:cNvPr>
          <p:cNvPicPr>
            <a:picLocks noChangeAspect="1"/>
          </p:cNvPicPr>
          <p:nvPr/>
        </p:nvPicPr>
        <p:blipFill>
          <a:blip r:embed="rId2"/>
          <a:stretch>
            <a:fillRect/>
          </a:stretch>
        </p:blipFill>
        <p:spPr>
          <a:xfrm>
            <a:off x="9721516" y="0"/>
            <a:ext cx="2470484" cy="1587090"/>
          </a:xfrm>
          <a:prstGeom prst="rect">
            <a:avLst/>
          </a:prstGeom>
        </p:spPr>
      </p:pic>
    </p:spTree>
    <p:extLst>
      <p:ext uri="{BB962C8B-B14F-4D97-AF65-F5344CB8AC3E}">
        <p14:creationId xmlns:p14="http://schemas.microsoft.com/office/powerpoint/2010/main" val="4206921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693D265-D8EA-451D-96EA-E9F32BBBA72F}"/>
              </a:ext>
            </a:extLst>
          </p:cNvPr>
          <p:cNvSpPr>
            <a:spLocks noGrp="1"/>
          </p:cNvSpPr>
          <p:nvPr>
            <p:ph type="title"/>
          </p:nvPr>
        </p:nvSpPr>
        <p:spPr/>
        <p:txBody>
          <a:bodyPr/>
          <a:lstStyle/>
          <a:p>
            <a:r>
              <a:rPr lang="ru-RU" dirty="0"/>
              <a:t>Закономерности, присущие большим циклам</a:t>
            </a:r>
          </a:p>
        </p:txBody>
      </p:sp>
      <p:sp>
        <p:nvSpPr>
          <p:cNvPr id="3" name="Объект 2">
            <a:extLst>
              <a:ext uri="{FF2B5EF4-FFF2-40B4-BE49-F238E27FC236}">
                <a16:creationId xmlns:a16="http://schemas.microsoft.com/office/drawing/2014/main" id="{FF4B98A5-222F-4B36-97BC-3CC85D88598C}"/>
              </a:ext>
            </a:extLst>
          </p:cNvPr>
          <p:cNvSpPr>
            <a:spLocks noGrp="1"/>
          </p:cNvSpPr>
          <p:nvPr>
            <p:ph sz="quarter" idx="11"/>
          </p:nvPr>
        </p:nvSpPr>
        <p:spPr>
          <a:xfrm>
            <a:off x="436563" y="1713297"/>
            <a:ext cx="11312525" cy="4658627"/>
          </a:xfrm>
        </p:spPr>
        <p:txBody>
          <a:bodyPr>
            <a:normAutofit lnSpcReduction="10000"/>
          </a:bodyPr>
          <a:lstStyle/>
          <a:p>
            <a:r>
              <a:rPr lang="ru-RU" dirty="0"/>
              <a:t>Существуют свои закономерности и у больших циклов продолжительностью в 50 лет. Так, Н. Кондратьев выделил присущие им закономерности:</a:t>
            </a:r>
          </a:p>
          <a:p>
            <a:pPr marL="344844" indent="-342900">
              <a:buAutoNum type="arabicParenR"/>
            </a:pPr>
            <a:r>
              <a:rPr lang="ru-RU" dirty="0"/>
              <a:t>перед началом и в начале повышательной волны каждого большого цикла наблюдаются глубокие изменения в условиях экономической жизни общества, значительно изменяется техника, чему предшествуют значительные технические открытия и изобретения, в мировые экономические связи вовлекаются новые страны, изменения касаются добычи золота и денежного обращения; </a:t>
            </a:r>
          </a:p>
          <a:p>
            <a:pPr marL="344844" indent="-342900">
              <a:buAutoNum type="arabicParenR"/>
            </a:pPr>
            <a:r>
              <a:rPr lang="ru-RU" dirty="0"/>
              <a:t>на периоды повышательной волны каждого большого цикла приходится наибольшее количество социальных потрясений (войн и революций); </a:t>
            </a:r>
          </a:p>
          <a:p>
            <a:pPr marL="344844" indent="-342900">
              <a:buAutoNum type="arabicParenR"/>
            </a:pPr>
            <a:r>
              <a:rPr lang="ru-RU" dirty="0"/>
              <a:t>периоды понижательной волны каждого большого цикла сопровождаются длительной и особенно резко выявленной депрессией сельского хозяйства; </a:t>
            </a:r>
          </a:p>
          <a:p>
            <a:pPr marL="344844" indent="-342900">
              <a:buAutoNum type="arabicParenR"/>
            </a:pPr>
            <a:r>
              <a:rPr lang="ru-RU" dirty="0"/>
              <a:t>в период повышательной волны больших циклов средние капиталистические циклы характеризуются интенсивностью подъемов; в период понижательной волны больших циклов наблюдается обратная картина. </a:t>
            </a:r>
          </a:p>
        </p:txBody>
      </p:sp>
      <p:sp>
        <p:nvSpPr>
          <p:cNvPr id="6" name="Номер слайда 5">
            <a:extLst>
              <a:ext uri="{FF2B5EF4-FFF2-40B4-BE49-F238E27FC236}">
                <a16:creationId xmlns:a16="http://schemas.microsoft.com/office/drawing/2014/main" id="{BEB2D83E-4684-4EC3-AF15-3CDA7B8365CD}"/>
              </a:ext>
            </a:extLst>
          </p:cNvPr>
          <p:cNvSpPr>
            <a:spLocks noGrp="1"/>
          </p:cNvSpPr>
          <p:nvPr>
            <p:ph type="sldNum" sz="quarter" idx="4"/>
          </p:nvPr>
        </p:nvSpPr>
        <p:spPr/>
        <p:txBody>
          <a:bodyPr/>
          <a:lstStyle/>
          <a:p>
            <a:pPr rtl="0"/>
            <a:fld id="{0D309695-DEC3-40DA-9DF5-330280C9D0E8}" type="slidenum">
              <a:rPr lang="ru-RU" noProof="0" smtClean="0"/>
              <a:pPr rtl="0"/>
              <a:t>14</a:t>
            </a:fld>
            <a:endParaRPr lang="ru-RU" noProof="0"/>
          </a:p>
        </p:txBody>
      </p:sp>
    </p:spTree>
    <p:extLst>
      <p:ext uri="{BB962C8B-B14F-4D97-AF65-F5344CB8AC3E}">
        <p14:creationId xmlns:p14="http://schemas.microsoft.com/office/powerpoint/2010/main" val="793886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6A7539-ADAA-49F9-AAD5-1587AA93CEB8}"/>
              </a:ext>
            </a:extLst>
          </p:cNvPr>
          <p:cNvSpPr>
            <a:spLocks noGrp="1"/>
          </p:cNvSpPr>
          <p:nvPr>
            <p:ph type="title"/>
          </p:nvPr>
        </p:nvSpPr>
        <p:spPr/>
        <p:txBody>
          <a:bodyPr/>
          <a:lstStyle/>
          <a:p>
            <a:r>
              <a:rPr lang="ru-RU" dirty="0"/>
              <a:t>Циклы как три волны по мнению А. </a:t>
            </a:r>
            <a:r>
              <a:rPr lang="ru-RU" dirty="0" err="1"/>
              <a:t>Тоффлера</a:t>
            </a:r>
            <a:endParaRPr lang="ru-RU" dirty="0"/>
          </a:p>
        </p:txBody>
      </p:sp>
      <p:sp>
        <p:nvSpPr>
          <p:cNvPr id="3" name="Объект 2">
            <a:extLst>
              <a:ext uri="{FF2B5EF4-FFF2-40B4-BE49-F238E27FC236}">
                <a16:creationId xmlns:a16="http://schemas.microsoft.com/office/drawing/2014/main" id="{1955EDC8-8A59-4511-AE9F-A8E23A705746}"/>
              </a:ext>
            </a:extLst>
          </p:cNvPr>
          <p:cNvSpPr>
            <a:spLocks noGrp="1"/>
          </p:cNvSpPr>
          <p:nvPr>
            <p:ph sz="quarter" idx="11"/>
          </p:nvPr>
        </p:nvSpPr>
        <p:spPr>
          <a:xfrm>
            <a:off x="436563" y="2210546"/>
            <a:ext cx="11312525" cy="4026625"/>
          </a:xfrm>
        </p:spPr>
        <p:txBody>
          <a:bodyPr>
            <a:normAutofit fontScale="92500"/>
          </a:bodyPr>
          <a:lstStyle/>
          <a:p>
            <a:r>
              <a:rPr lang="ru-RU" dirty="0"/>
              <a:t>Цивилизационные циклы, выходящие за рамки тысячелетий, А. </a:t>
            </a:r>
            <a:r>
              <a:rPr lang="ru-RU" dirty="0" err="1"/>
              <a:t>Тоффлер</a:t>
            </a:r>
            <a:r>
              <a:rPr lang="ru-RU" dirty="0"/>
              <a:t> описывает как три волны. </a:t>
            </a:r>
            <a:r>
              <a:rPr lang="ru-RU" b="1" dirty="0">
                <a:solidFill>
                  <a:schemeClr val="accent1">
                    <a:alpha val="55000"/>
                  </a:schemeClr>
                </a:solidFill>
              </a:rPr>
              <a:t>Первая волна </a:t>
            </a:r>
            <a:r>
              <a:rPr lang="ru-RU" dirty="0"/>
              <a:t>начинается около 8 тыс. лет до н.э. и захватывает два тысячелетия н.э., безраздельно господствует по всей земле примерно до 1650–1750 гг. н.э., постепенно идет с этого времени на спад. Ей на смену идет вторая волна. Первой волне соответствует традиционное (аграрное) общество, второй волне – индустриальное. </a:t>
            </a:r>
            <a:r>
              <a:rPr lang="ru-RU" b="1" dirty="0">
                <a:solidFill>
                  <a:schemeClr val="accent1">
                    <a:alpha val="55000"/>
                  </a:schemeClr>
                </a:solidFill>
              </a:rPr>
              <a:t>Вторая волна </a:t>
            </a:r>
            <a:r>
              <a:rPr lang="ru-RU" dirty="0"/>
              <a:t>охватывает триста лет, но ее пик приходится на послевоенные 50–60 гг. XX в. Это время появления первых компьютеров, доступных путешествий на реактивных самолетах и других </a:t>
            </a:r>
            <a:r>
              <a:rPr lang="ru-RU" dirty="0" err="1"/>
              <a:t>высокозначимых</a:t>
            </a:r>
            <a:r>
              <a:rPr lang="ru-RU" dirty="0"/>
              <a:t> нововведений – всего того, что подготавливало третью волну. Мы являемся свидетелями того, как </a:t>
            </a:r>
            <a:r>
              <a:rPr lang="ru-RU" b="1" dirty="0">
                <a:solidFill>
                  <a:schemeClr val="accent1">
                    <a:alpha val="55000"/>
                  </a:schemeClr>
                </a:solidFill>
              </a:rPr>
              <a:t>третья волна </a:t>
            </a:r>
            <a:r>
              <a:rPr lang="ru-RU" dirty="0"/>
              <a:t>набирает силу, разрушая то, что составляло основы индустриального общества, включая его экономику, политику, культуру, сферу семейных отношений и т.д. В настоящее время в центре дискуссий специфика проявлений цикличности в современных условиях постиндустриального развития и глобализации. Одной из специфических особенностей современных кризисов (последней четверти XX – начала XXI вв.) стала стагфляция (стагнация + инфляция). В фазе спада не наблюдается снижения цен. Более того, цены растут на фоне общего спада производства и роста безработицы.</a:t>
            </a:r>
          </a:p>
          <a:p>
            <a:endParaRPr lang="ru-RU" dirty="0"/>
          </a:p>
        </p:txBody>
      </p:sp>
      <p:sp>
        <p:nvSpPr>
          <p:cNvPr id="6" name="Номер слайда 5">
            <a:extLst>
              <a:ext uri="{FF2B5EF4-FFF2-40B4-BE49-F238E27FC236}">
                <a16:creationId xmlns:a16="http://schemas.microsoft.com/office/drawing/2014/main" id="{F862EC68-AC61-4F9F-9C05-1039AF21D877}"/>
              </a:ext>
            </a:extLst>
          </p:cNvPr>
          <p:cNvSpPr>
            <a:spLocks noGrp="1"/>
          </p:cNvSpPr>
          <p:nvPr>
            <p:ph type="sldNum" sz="quarter" idx="4"/>
          </p:nvPr>
        </p:nvSpPr>
        <p:spPr/>
        <p:txBody>
          <a:bodyPr/>
          <a:lstStyle/>
          <a:p>
            <a:pPr rtl="0"/>
            <a:fld id="{0D309695-DEC3-40DA-9DF5-330280C9D0E8}" type="slidenum">
              <a:rPr lang="ru-RU" noProof="0" smtClean="0"/>
              <a:pPr rtl="0"/>
              <a:t>15</a:t>
            </a:fld>
            <a:endParaRPr lang="ru-RU" noProof="0"/>
          </a:p>
        </p:txBody>
      </p:sp>
    </p:spTree>
    <p:extLst>
      <p:ext uri="{BB962C8B-B14F-4D97-AF65-F5344CB8AC3E}">
        <p14:creationId xmlns:p14="http://schemas.microsoft.com/office/powerpoint/2010/main" val="3174391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C0CAA1-9408-4973-8B20-1ABA58ACCE40}"/>
              </a:ext>
            </a:extLst>
          </p:cNvPr>
          <p:cNvSpPr>
            <a:spLocks noGrp="1"/>
          </p:cNvSpPr>
          <p:nvPr>
            <p:ph type="title"/>
          </p:nvPr>
        </p:nvSpPr>
        <p:spPr/>
        <p:txBody>
          <a:bodyPr/>
          <a:lstStyle/>
          <a:p>
            <a:r>
              <a:rPr lang="ru-RU" dirty="0"/>
              <a:t>Показатели экономической </a:t>
            </a:r>
            <a:r>
              <a:rPr lang="ru-RU" dirty="0" err="1"/>
              <a:t>конъюктуры</a:t>
            </a:r>
            <a:endParaRPr lang="ru-RU" dirty="0"/>
          </a:p>
        </p:txBody>
      </p:sp>
      <p:sp>
        <p:nvSpPr>
          <p:cNvPr id="3" name="Объект 2">
            <a:extLst>
              <a:ext uri="{FF2B5EF4-FFF2-40B4-BE49-F238E27FC236}">
                <a16:creationId xmlns:a16="http://schemas.microsoft.com/office/drawing/2014/main" id="{FDF4C9E1-2BDA-4F97-86AB-0803C32C6203}"/>
              </a:ext>
            </a:extLst>
          </p:cNvPr>
          <p:cNvSpPr>
            <a:spLocks noGrp="1"/>
          </p:cNvSpPr>
          <p:nvPr>
            <p:ph sz="quarter" idx="11"/>
          </p:nvPr>
        </p:nvSpPr>
        <p:spPr>
          <a:xfrm>
            <a:off x="436563" y="1751798"/>
            <a:ext cx="11312525" cy="4620126"/>
          </a:xfrm>
        </p:spPr>
        <p:txBody>
          <a:bodyPr>
            <a:normAutofit/>
          </a:bodyPr>
          <a:lstStyle/>
          <a:p>
            <a:r>
              <a:rPr lang="ru-RU" sz="1800" dirty="0"/>
              <a:t>Что же происходит с экономикой на различных фазах экономического цикла? Для этого необходимо выделить </a:t>
            </a:r>
            <a:r>
              <a:rPr lang="ru-RU" sz="1800" dirty="0" err="1">
                <a:solidFill>
                  <a:schemeClr val="accent1">
                    <a:alpha val="55000"/>
                  </a:schemeClr>
                </a:solidFill>
              </a:rPr>
              <a:t>проциклические</a:t>
            </a:r>
            <a:r>
              <a:rPr lang="ru-RU" sz="1800" dirty="0">
                <a:solidFill>
                  <a:schemeClr val="accent1">
                    <a:alpha val="55000"/>
                  </a:schemeClr>
                </a:solidFill>
              </a:rPr>
              <a:t>, </a:t>
            </a:r>
            <a:r>
              <a:rPr lang="ru-RU" sz="1800" dirty="0" err="1">
                <a:solidFill>
                  <a:schemeClr val="accent1">
                    <a:alpha val="55000"/>
                  </a:schemeClr>
                </a:solidFill>
              </a:rPr>
              <a:t>контрциклические</a:t>
            </a:r>
            <a:r>
              <a:rPr lang="ru-RU" sz="1800" dirty="0">
                <a:solidFill>
                  <a:schemeClr val="accent1">
                    <a:alpha val="55000"/>
                  </a:schemeClr>
                </a:solidFill>
              </a:rPr>
              <a:t> и ациклические переменные</a:t>
            </a:r>
            <a:r>
              <a:rPr lang="ru-RU" sz="1800" dirty="0"/>
              <a:t>. Речь идет о показателях экономической конъюнктуры, которые по-разному ведут себя в разных фазах цикла. </a:t>
            </a:r>
            <a:r>
              <a:rPr lang="ru-RU" sz="1800" dirty="0" err="1">
                <a:solidFill>
                  <a:schemeClr val="accent1">
                    <a:alpha val="55000"/>
                  </a:schemeClr>
                </a:solidFill>
              </a:rPr>
              <a:t>Проциклические</a:t>
            </a:r>
            <a:r>
              <a:rPr lang="ru-RU" sz="1800" dirty="0"/>
              <a:t> переменные растут в фазе подъема и уменьшаются в фазе спада: ВВП; уровень занятости; объем производства в разных секторах экономики; уровень цен; прибыль бизнеса; денежные агрегаты, т.е. объем денежной массы; скорость обращения денег; краткосрочные ставки процента. </a:t>
            </a:r>
            <a:r>
              <a:rPr lang="ru-RU" sz="1800" dirty="0" err="1">
                <a:solidFill>
                  <a:schemeClr val="accent1">
                    <a:alpha val="55000"/>
                  </a:schemeClr>
                </a:solidFill>
              </a:rPr>
              <a:t>Контрциклические</a:t>
            </a:r>
            <a:r>
              <a:rPr lang="ru-RU" sz="1800" dirty="0"/>
              <a:t> переменные характеризуются ростом при спаде и уменьшением при подъеме: товарно-материальные запасы готовой продукции; запасы факторов производства; уровень безработицы; уровень банкротств. </a:t>
            </a:r>
            <a:r>
              <a:rPr lang="ru-RU" sz="1800" dirty="0">
                <a:solidFill>
                  <a:schemeClr val="accent1">
                    <a:alpha val="55000"/>
                  </a:schemeClr>
                </a:solidFill>
              </a:rPr>
              <a:t>Ациклические</a:t>
            </a:r>
            <a:r>
              <a:rPr lang="ru-RU" sz="1800" dirty="0"/>
              <a:t> переменные можно назвать «безучастными» к фазам цикла: некоторые виды государственных расходов (на поддержку фундаментальных исследований, национальную оборону), экспорт или импорт в некоторых странах.</a:t>
            </a:r>
          </a:p>
        </p:txBody>
      </p:sp>
      <p:sp>
        <p:nvSpPr>
          <p:cNvPr id="6" name="Номер слайда 5">
            <a:extLst>
              <a:ext uri="{FF2B5EF4-FFF2-40B4-BE49-F238E27FC236}">
                <a16:creationId xmlns:a16="http://schemas.microsoft.com/office/drawing/2014/main" id="{87591E2A-6682-46B0-86D8-4182E160418D}"/>
              </a:ext>
            </a:extLst>
          </p:cNvPr>
          <p:cNvSpPr>
            <a:spLocks noGrp="1"/>
          </p:cNvSpPr>
          <p:nvPr>
            <p:ph type="sldNum" sz="quarter" idx="4"/>
          </p:nvPr>
        </p:nvSpPr>
        <p:spPr/>
        <p:txBody>
          <a:bodyPr/>
          <a:lstStyle/>
          <a:p>
            <a:pPr rtl="0"/>
            <a:fld id="{0D309695-DEC3-40DA-9DF5-330280C9D0E8}" type="slidenum">
              <a:rPr lang="ru-RU" noProof="0" smtClean="0"/>
              <a:pPr rtl="0"/>
              <a:t>16</a:t>
            </a:fld>
            <a:endParaRPr lang="ru-RU" noProof="0"/>
          </a:p>
        </p:txBody>
      </p:sp>
    </p:spTree>
    <p:extLst>
      <p:ext uri="{BB962C8B-B14F-4D97-AF65-F5344CB8AC3E}">
        <p14:creationId xmlns:p14="http://schemas.microsoft.com/office/powerpoint/2010/main" val="21966212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C31AC4-9147-44B3-A174-89C99C33504A}"/>
              </a:ext>
            </a:extLst>
          </p:cNvPr>
          <p:cNvSpPr>
            <a:spLocks noGrp="1"/>
          </p:cNvSpPr>
          <p:nvPr>
            <p:ph type="title"/>
          </p:nvPr>
        </p:nvSpPr>
        <p:spPr/>
        <p:txBody>
          <a:bodyPr/>
          <a:lstStyle/>
          <a:p>
            <a:r>
              <a:rPr lang="ru-RU" dirty="0"/>
              <a:t>Причины цикличности</a:t>
            </a:r>
          </a:p>
        </p:txBody>
      </p:sp>
      <p:sp>
        <p:nvSpPr>
          <p:cNvPr id="4" name="Дата 3">
            <a:extLst>
              <a:ext uri="{FF2B5EF4-FFF2-40B4-BE49-F238E27FC236}">
                <a16:creationId xmlns:a16="http://schemas.microsoft.com/office/drawing/2014/main" id="{E8835B1C-D1DC-48F3-BB9C-F17864BECC6D}"/>
              </a:ext>
            </a:extLst>
          </p:cNvPr>
          <p:cNvSpPr>
            <a:spLocks noGrp="1"/>
          </p:cNvSpPr>
          <p:nvPr>
            <p:ph type="dt" sz="half" idx="2"/>
          </p:nvPr>
        </p:nvSpPr>
        <p:spPr/>
        <p:txBody>
          <a:bodyPr/>
          <a:lstStyle/>
          <a:p>
            <a:pPr rtl="0"/>
            <a:endParaRPr lang="ru-RU" noProof="0" dirty="0"/>
          </a:p>
        </p:txBody>
      </p:sp>
      <p:sp>
        <p:nvSpPr>
          <p:cNvPr id="5" name="Нижний колонтитул 4">
            <a:extLst>
              <a:ext uri="{FF2B5EF4-FFF2-40B4-BE49-F238E27FC236}">
                <a16:creationId xmlns:a16="http://schemas.microsoft.com/office/drawing/2014/main" id="{1B4F75B8-419A-443F-B215-8AFA2B6B8BA7}"/>
              </a:ext>
            </a:extLst>
          </p:cNvPr>
          <p:cNvSpPr>
            <a:spLocks noGrp="1"/>
          </p:cNvSpPr>
          <p:nvPr>
            <p:ph type="ftr" sz="quarter" idx="3"/>
          </p:nvPr>
        </p:nvSpPr>
        <p:spPr/>
        <p:txBody>
          <a:bodyPr/>
          <a:lstStyle/>
          <a:p>
            <a:pPr rtl="0"/>
            <a:r>
              <a:rPr lang="ru-RU" noProof="0" dirty="0"/>
              <a:t>ЗАГОЛОВОК ПРЗЕНТАЦИИ</a:t>
            </a:r>
          </a:p>
        </p:txBody>
      </p:sp>
      <p:sp>
        <p:nvSpPr>
          <p:cNvPr id="6" name="Номер слайда 5">
            <a:extLst>
              <a:ext uri="{FF2B5EF4-FFF2-40B4-BE49-F238E27FC236}">
                <a16:creationId xmlns:a16="http://schemas.microsoft.com/office/drawing/2014/main" id="{9F397718-5C6C-4D43-AA70-B500D8A95E14}"/>
              </a:ext>
            </a:extLst>
          </p:cNvPr>
          <p:cNvSpPr>
            <a:spLocks noGrp="1"/>
          </p:cNvSpPr>
          <p:nvPr>
            <p:ph type="sldNum" sz="quarter" idx="4"/>
          </p:nvPr>
        </p:nvSpPr>
        <p:spPr/>
        <p:txBody>
          <a:bodyPr/>
          <a:lstStyle/>
          <a:p>
            <a:pPr rtl="0"/>
            <a:fld id="{0D309695-DEC3-40DA-9DF5-330280C9D0E8}" type="slidenum">
              <a:rPr lang="ru-RU" noProof="0" smtClean="0"/>
              <a:pPr rtl="0"/>
              <a:t>17</a:t>
            </a:fld>
            <a:endParaRPr lang="ru-RU" noProof="0"/>
          </a:p>
        </p:txBody>
      </p:sp>
      <p:sp>
        <p:nvSpPr>
          <p:cNvPr id="10" name="Объект 9">
            <a:extLst>
              <a:ext uri="{FF2B5EF4-FFF2-40B4-BE49-F238E27FC236}">
                <a16:creationId xmlns:a16="http://schemas.microsoft.com/office/drawing/2014/main" id="{0F31BD5E-B3B9-403C-9FDD-63523DBA0CCE}"/>
              </a:ext>
            </a:extLst>
          </p:cNvPr>
          <p:cNvSpPr>
            <a:spLocks noGrp="1"/>
          </p:cNvSpPr>
          <p:nvPr>
            <p:ph sz="quarter" idx="11"/>
          </p:nvPr>
        </p:nvSpPr>
        <p:spPr/>
        <p:txBody>
          <a:bodyPr>
            <a:normAutofit fontScale="92500"/>
          </a:bodyPr>
          <a:lstStyle/>
          <a:p>
            <a:r>
              <a:rPr lang="ru-RU" sz="2400" dirty="0"/>
              <a:t>Причины цикличности в экономической теории, как правило, связывают с воздействием на экономическую систему либо внешних – экстернальных, либо внутренних – </a:t>
            </a:r>
            <a:r>
              <a:rPr lang="ru-RU" sz="2400" dirty="0" err="1"/>
              <a:t>интернальных</a:t>
            </a:r>
            <a:r>
              <a:rPr lang="ru-RU" sz="2400" dirty="0"/>
              <a:t> факторов. К первой группе факторов относятся природные катаклизмы, войны, революции, колебания численности населения, изменения в солнечной активности и т.д. Вторую группу составляют сбои в </a:t>
            </a:r>
            <a:r>
              <a:rPr lang="ru-RU" sz="2400" dirty="0" err="1"/>
              <a:t>денежнокредитной</a:t>
            </a:r>
            <a:r>
              <a:rPr lang="ru-RU" sz="2400" dirty="0"/>
              <a:t> сфере, ошибки в государственной бюджетной политике, сами механизмы и принципы функционирования рыночной экономики.</a:t>
            </a:r>
          </a:p>
        </p:txBody>
      </p:sp>
    </p:spTree>
    <p:extLst>
      <p:ext uri="{BB962C8B-B14F-4D97-AF65-F5344CB8AC3E}">
        <p14:creationId xmlns:p14="http://schemas.microsoft.com/office/powerpoint/2010/main" val="1300769016"/>
      </p:ext>
    </p:extLst>
  </p:cSld>
  <p:clrMapOvr>
    <a:masterClrMapping/>
  </p:clrMapOvr>
</p:sld>
</file>

<file path=ppt/theme/theme1.xml><?xml version="1.0" encoding="utf-8"?>
<a:theme xmlns:a="http://schemas.openxmlformats.org/drawingml/2006/main" name="ThinLineVTI">
  <a:themeElements>
    <a:clrScheme name="ThinLines Color Scheme">
      <a:dk1>
        <a:sysClr val="windowText" lastClr="000000"/>
      </a:dk1>
      <a:lt1>
        <a:sysClr val="window" lastClr="FFFFFF"/>
      </a:lt1>
      <a:dk2>
        <a:srgbClr val="000000"/>
      </a:dk2>
      <a:lt2>
        <a:srgbClr val="FFFFFF"/>
      </a:lt2>
      <a:accent1>
        <a:srgbClr val="00BAC8"/>
      </a:accent1>
      <a:accent2>
        <a:srgbClr val="794DFF"/>
      </a:accent2>
      <a:accent3>
        <a:srgbClr val="00D17D"/>
      </a:accent3>
      <a:accent4>
        <a:srgbClr val="404040"/>
      </a:accent4>
      <a:accent5>
        <a:srgbClr val="FE5D21"/>
      </a:accent5>
      <a:accent6>
        <a:srgbClr val="B3B3B3"/>
      </a:accent6>
      <a:hlink>
        <a:srgbClr val="3E8FF1"/>
      </a:hlink>
      <a:folHlink>
        <a:srgbClr val="939393"/>
      </a:folHlink>
    </a:clrScheme>
    <a:fontScheme name="Custom 3">
      <a:majorFont>
        <a:latin typeface="Sagona Book"/>
        <a:ea typeface=""/>
        <a:cs typeface=""/>
      </a:majorFont>
      <a:minorFont>
        <a:latin typeface="Univer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51757168_TF11909277_Win32.potx" id="{999EC55B-B333-41E7-84AE-0B73774CA4F8}" vid="{A54A2F6F-13BD-4DE4-9187-F5B8E908F5F2}"/>
    </a:ext>
  </a:extLst>
</a:theme>
</file>

<file path=ppt/theme/theme2.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1E06989-8323-4451-A21F-821A6C2478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81971ED-0722-4CF3-9522-6E6843A2D88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DAB27884-F043-4BF1-A4FB-D6C1216AE526}">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Оформление с тонкими линиями</Template>
  <TotalTime>1221</TotalTime>
  <Words>1940</Words>
  <Application>Microsoft Office PowerPoint</Application>
  <PresentationFormat>Широкоэкранный</PresentationFormat>
  <Paragraphs>83</Paragraphs>
  <Slides>17</Slides>
  <Notes>7</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17</vt:i4>
      </vt:variant>
    </vt:vector>
  </HeadingPairs>
  <TitlesOfParts>
    <vt:vector size="24" baseType="lpstr">
      <vt:lpstr>Arial</vt:lpstr>
      <vt:lpstr>Calibri</vt:lpstr>
      <vt:lpstr>Calibri Light</vt:lpstr>
      <vt:lpstr>Merriweather</vt:lpstr>
      <vt:lpstr>Times New Roman</vt:lpstr>
      <vt:lpstr>Univers</vt:lpstr>
      <vt:lpstr>ThinLineVTI</vt:lpstr>
      <vt:lpstr>Экономический рост и экономический цикл</vt:lpstr>
      <vt:lpstr>Проблема экономического роста</vt:lpstr>
      <vt:lpstr>Экономический рост</vt:lpstr>
      <vt:lpstr>ЦЕЛЬ</vt:lpstr>
      <vt:lpstr>Графически экономический рост может быть представлен тремя способами: а) через кривую реального ВВП; б) через кривую производственных возможностей; в) с помощью модели «AD – AS» </vt:lpstr>
      <vt:lpstr>Виды экономического роста</vt:lpstr>
      <vt:lpstr>Факторы экономического роста</vt:lpstr>
      <vt:lpstr>Причины, сдерживающие экономический рост</vt:lpstr>
      <vt:lpstr>Экономические циклы</vt:lpstr>
      <vt:lpstr>Экономический цикл (деловой цикл, бизнес-цикл) - это периодические колебания уровня деловой активности, представленного реальным ВВП. В теории экономического, или делового, цикла принято различать цикл и тренд. Графически их можно представить следующим образом: </vt:lpstr>
      <vt:lpstr>Цикл как частное явление</vt:lpstr>
      <vt:lpstr>Циклы </vt:lpstr>
      <vt:lpstr>Фазы среднего промышленного цикла</vt:lpstr>
      <vt:lpstr>Закономерности, присущие большим циклам</vt:lpstr>
      <vt:lpstr>Циклы как три волны по мнению А. Тоффлера</vt:lpstr>
      <vt:lpstr>Показатели экономической конъюктуры</vt:lpstr>
      <vt:lpstr>Причины цикличности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Экономический рост и экономический цикл</dc:title>
  <dc:creator>2021 Karamel</dc:creator>
  <cp:lastModifiedBy>Королева Нонна Шараповна</cp:lastModifiedBy>
  <cp:revision>3</cp:revision>
  <dcterms:created xsi:type="dcterms:W3CDTF">2021-09-22T17:38:53Z</dcterms:created>
  <dcterms:modified xsi:type="dcterms:W3CDTF">2023-10-25T12:28:09Z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